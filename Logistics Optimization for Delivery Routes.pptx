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99D3DF-FE1C-4476-83C2-11E722D96FC5}" v="118" dt="2026-03-13T04:08:19.0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97" autoAdjust="0"/>
    <p:restoredTop sz="94660"/>
  </p:normalViewPr>
  <p:slideViewPr>
    <p:cSldViewPr snapToGrid="0">
      <p:cViewPr varScale="1">
        <p:scale>
          <a:sx n="94" d="100"/>
          <a:sy n="94" d="100"/>
        </p:scale>
        <p:origin x="366" y="9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jal kumar" userId="06e4c5ae288b0bdb" providerId="LiveId" clId="{63669E5A-32B9-4220-827F-03B619D76CF9}"/>
    <pc:docChg chg="undo custSel addSld delSld modSld modMainMaster">
      <pc:chgData name="sajal kumar" userId="06e4c5ae288b0bdb" providerId="LiveId" clId="{63669E5A-32B9-4220-827F-03B619D76CF9}" dt="2026-03-13T04:16:57.915" v="978" actId="207"/>
      <pc:docMkLst>
        <pc:docMk/>
      </pc:docMkLst>
      <pc:sldChg chg="addSp modSp mod setBg">
        <pc:chgData name="sajal kumar" userId="06e4c5ae288b0bdb" providerId="LiveId" clId="{63669E5A-32B9-4220-827F-03B619D76CF9}" dt="2026-03-11T06:15:57.173" v="294"/>
        <pc:sldMkLst>
          <pc:docMk/>
          <pc:sldMk cId="2500386524" sldId="257"/>
        </pc:sldMkLst>
        <pc:spChg chg="mod">
          <ac:chgData name="sajal kumar" userId="06e4c5ae288b0bdb" providerId="LiveId" clId="{63669E5A-32B9-4220-827F-03B619D76CF9}" dt="2026-03-11T06:04:52.528" v="3"/>
          <ac:spMkLst>
            <pc:docMk/>
            <pc:sldMk cId="2500386524" sldId="257"/>
            <ac:spMk id="2" creationId="{004B2807-F355-9FA9-CFAD-9A0B998185F0}"/>
          </ac:spMkLst>
        </pc:spChg>
        <pc:spChg chg="mod">
          <ac:chgData name="sajal kumar" userId="06e4c5ae288b0bdb" providerId="LiveId" clId="{63669E5A-32B9-4220-827F-03B619D76CF9}" dt="2026-03-11T06:15:24.410" v="270" actId="20577"/>
          <ac:spMkLst>
            <pc:docMk/>
            <pc:sldMk cId="2500386524" sldId="257"/>
            <ac:spMk id="3" creationId="{81438F58-773A-0CF9-04AE-45B12A2DF9E7}"/>
          </ac:spMkLst>
        </pc:spChg>
        <pc:picChg chg="add mod">
          <ac:chgData name="sajal kumar" userId="06e4c5ae288b0bdb" providerId="LiveId" clId="{63669E5A-32B9-4220-827F-03B619D76CF9}" dt="2026-03-11T06:09:34.681" v="71" actId="1076"/>
          <ac:picMkLst>
            <pc:docMk/>
            <pc:sldMk cId="2500386524" sldId="257"/>
            <ac:picMk id="5" creationId="{B99BECA8-3A9F-DC8D-007F-DC14AF467B29}"/>
          </ac:picMkLst>
        </pc:picChg>
        <pc:picChg chg="add mod">
          <ac:chgData name="sajal kumar" userId="06e4c5ae288b0bdb" providerId="LiveId" clId="{63669E5A-32B9-4220-827F-03B619D76CF9}" dt="2026-03-11T06:11:06.210" v="76" actId="1076"/>
          <ac:picMkLst>
            <pc:docMk/>
            <pc:sldMk cId="2500386524" sldId="257"/>
            <ac:picMk id="6" creationId="{B543D529-F503-4945-F79C-555E1FB500E6}"/>
          </ac:picMkLst>
        </pc:picChg>
        <pc:picChg chg="add mod">
          <ac:chgData name="sajal kumar" userId="06e4c5ae288b0bdb" providerId="LiveId" clId="{63669E5A-32B9-4220-827F-03B619D76CF9}" dt="2026-03-11T06:12:22.950" v="103" actId="1076"/>
          <ac:picMkLst>
            <pc:docMk/>
            <pc:sldMk cId="2500386524" sldId="257"/>
            <ac:picMk id="7" creationId="{A8D9999B-19CB-B486-4B80-C3F9750C1AD1}"/>
          </ac:picMkLst>
        </pc:picChg>
        <pc:picChg chg="add mod">
          <ac:chgData name="sajal kumar" userId="06e4c5ae288b0bdb" providerId="LiveId" clId="{63669E5A-32B9-4220-827F-03B619D76CF9}" dt="2026-03-11T06:12:46.514" v="106" actId="1076"/>
          <ac:picMkLst>
            <pc:docMk/>
            <pc:sldMk cId="2500386524" sldId="257"/>
            <ac:picMk id="8" creationId="{3DC2CF8E-BECB-53B2-9B83-B0D2A66755C7}"/>
          </ac:picMkLst>
        </pc:picChg>
      </pc:sldChg>
      <pc:sldChg chg="addSp delSp modSp mod setBg">
        <pc:chgData name="sajal kumar" userId="06e4c5ae288b0bdb" providerId="LiveId" clId="{63669E5A-32B9-4220-827F-03B619D76CF9}" dt="2026-03-11T06:18:25.346" v="331" actId="21"/>
        <pc:sldMkLst>
          <pc:docMk/>
          <pc:sldMk cId="1380171204" sldId="258"/>
        </pc:sldMkLst>
        <pc:spChg chg="add mod">
          <ac:chgData name="sajal kumar" userId="06e4c5ae288b0bdb" providerId="LiveId" clId="{63669E5A-32B9-4220-827F-03B619D76CF9}" dt="2026-03-11T06:18:25.346" v="331" actId="21"/>
          <ac:spMkLst>
            <pc:docMk/>
            <pc:sldMk cId="1380171204" sldId="258"/>
            <ac:spMk id="5" creationId="{54AEF8B3-2621-279D-2A8E-A29628C4D993}"/>
          </ac:spMkLst>
        </pc:spChg>
        <pc:picChg chg="add mod">
          <ac:chgData name="sajal kumar" userId="06e4c5ae288b0bdb" providerId="LiveId" clId="{63669E5A-32B9-4220-827F-03B619D76CF9}" dt="2026-03-11T06:16:47.067" v="296" actId="1076"/>
          <ac:picMkLst>
            <pc:docMk/>
            <pc:sldMk cId="1380171204" sldId="258"/>
            <ac:picMk id="7" creationId="{4B498D3E-F28F-1E32-05EF-9FBB6A16DE2E}"/>
          </ac:picMkLst>
        </pc:picChg>
        <pc:picChg chg="add mod">
          <ac:chgData name="sajal kumar" userId="06e4c5ae288b0bdb" providerId="LiveId" clId="{63669E5A-32B9-4220-827F-03B619D76CF9}" dt="2026-03-11T06:17:23.550" v="298" actId="1076"/>
          <ac:picMkLst>
            <pc:docMk/>
            <pc:sldMk cId="1380171204" sldId="258"/>
            <ac:picMk id="8" creationId="{93DE9271-ADA8-D75E-3A59-9E09558CD94D}"/>
          </ac:picMkLst>
        </pc:picChg>
      </pc:sldChg>
      <pc:sldChg chg="addSp delSp modSp mod">
        <pc:chgData name="sajal kumar" userId="06e4c5ae288b0bdb" providerId="LiveId" clId="{63669E5A-32B9-4220-827F-03B619D76CF9}" dt="2026-03-11T06:24:54.661" v="437" actId="20577"/>
        <pc:sldMkLst>
          <pc:docMk/>
          <pc:sldMk cId="1626094564" sldId="259"/>
        </pc:sldMkLst>
        <pc:spChg chg="mod">
          <ac:chgData name="sajal kumar" userId="06e4c5ae288b0bdb" providerId="LiveId" clId="{63669E5A-32B9-4220-827F-03B619D76CF9}" dt="2026-03-11T06:24:54.661" v="437" actId="20577"/>
          <ac:spMkLst>
            <pc:docMk/>
            <pc:sldMk cId="1626094564" sldId="259"/>
            <ac:spMk id="3" creationId="{2DAE559E-FF55-1CD5-7AB8-4F975CE87DDE}"/>
          </ac:spMkLst>
        </pc:spChg>
        <pc:picChg chg="add mod">
          <ac:chgData name="sajal kumar" userId="06e4c5ae288b0bdb" providerId="LiveId" clId="{63669E5A-32B9-4220-827F-03B619D76CF9}" dt="2026-03-11T06:19:58.338" v="347" actId="1076"/>
          <ac:picMkLst>
            <pc:docMk/>
            <pc:sldMk cId="1626094564" sldId="259"/>
            <ac:picMk id="5" creationId="{B246B0D5-4B56-ECF1-DBCB-9CF7B8429FE2}"/>
          </ac:picMkLst>
        </pc:picChg>
        <pc:picChg chg="add mod">
          <ac:chgData name="sajal kumar" userId="06e4c5ae288b0bdb" providerId="LiveId" clId="{63669E5A-32B9-4220-827F-03B619D76CF9}" dt="2026-03-11T06:20:32.995" v="349" actId="1076"/>
          <ac:picMkLst>
            <pc:docMk/>
            <pc:sldMk cId="1626094564" sldId="259"/>
            <ac:picMk id="7" creationId="{1086CF7D-CF4B-D855-9601-6D73E4536EC5}"/>
          </ac:picMkLst>
        </pc:picChg>
        <pc:picChg chg="add mod">
          <ac:chgData name="sajal kumar" userId="06e4c5ae288b0bdb" providerId="LiveId" clId="{63669E5A-32B9-4220-827F-03B619D76CF9}" dt="2026-03-11T06:22:27.135" v="359" actId="1076"/>
          <ac:picMkLst>
            <pc:docMk/>
            <pc:sldMk cId="1626094564" sldId="259"/>
            <ac:picMk id="9" creationId="{15D47F81-C1A3-C1A6-67CB-023425FCF2E9}"/>
          </ac:picMkLst>
        </pc:picChg>
        <pc:picChg chg="add mod">
          <ac:chgData name="sajal kumar" userId="06e4c5ae288b0bdb" providerId="LiveId" clId="{63669E5A-32B9-4220-827F-03B619D76CF9}" dt="2026-03-11T06:22:45.558" v="361" actId="1076"/>
          <ac:picMkLst>
            <pc:docMk/>
            <pc:sldMk cId="1626094564" sldId="259"/>
            <ac:picMk id="10" creationId="{760985BF-8959-FB94-8514-9A53DF3DEE3C}"/>
          </ac:picMkLst>
        </pc:picChg>
      </pc:sldChg>
      <pc:sldChg chg="addSp modSp mod">
        <pc:chgData name="sajal kumar" userId="06e4c5ae288b0bdb" providerId="LiveId" clId="{63669E5A-32B9-4220-827F-03B619D76CF9}" dt="2026-03-11T06:42:41.974" v="468" actId="1076"/>
        <pc:sldMkLst>
          <pc:docMk/>
          <pc:sldMk cId="1302397413" sldId="260"/>
        </pc:sldMkLst>
        <pc:spChg chg="mod">
          <ac:chgData name="sajal kumar" userId="06e4c5ae288b0bdb" providerId="LiveId" clId="{63669E5A-32B9-4220-827F-03B619D76CF9}" dt="2026-03-11T06:39:04.239" v="444"/>
          <ac:spMkLst>
            <pc:docMk/>
            <pc:sldMk cId="1302397413" sldId="260"/>
            <ac:spMk id="2" creationId="{60289B63-E820-8F15-7B48-3838C8F10561}"/>
          </ac:spMkLst>
        </pc:spChg>
        <pc:spChg chg="mod">
          <ac:chgData name="sajal kumar" userId="06e4c5ae288b0bdb" providerId="LiveId" clId="{63669E5A-32B9-4220-827F-03B619D76CF9}" dt="2026-03-11T06:42:15.218" v="461" actId="21"/>
          <ac:spMkLst>
            <pc:docMk/>
            <pc:sldMk cId="1302397413" sldId="260"/>
            <ac:spMk id="3" creationId="{18B63DEC-38C2-6A4A-0D2C-24BB7EF4A54B}"/>
          </ac:spMkLst>
        </pc:spChg>
        <pc:picChg chg="add mod">
          <ac:chgData name="sajal kumar" userId="06e4c5ae288b0bdb" providerId="LiveId" clId="{63669E5A-32B9-4220-827F-03B619D76CF9}" dt="2026-03-11T06:41:17.047" v="458" actId="1076"/>
          <ac:picMkLst>
            <pc:docMk/>
            <pc:sldMk cId="1302397413" sldId="260"/>
            <ac:picMk id="5" creationId="{44C3A3CC-40E0-0675-DD1E-E951F5F7C667}"/>
          </ac:picMkLst>
        </pc:picChg>
        <pc:picChg chg="add mod">
          <ac:chgData name="sajal kumar" userId="06e4c5ae288b0bdb" providerId="LiveId" clId="{63669E5A-32B9-4220-827F-03B619D76CF9}" dt="2026-03-11T06:42:41.974" v="468" actId="1076"/>
          <ac:picMkLst>
            <pc:docMk/>
            <pc:sldMk cId="1302397413" sldId="260"/>
            <ac:picMk id="6" creationId="{04F111DF-097F-5063-6C3F-7E8A32E4DC52}"/>
          </ac:picMkLst>
        </pc:picChg>
      </pc:sldChg>
      <pc:sldChg chg="addSp delSp modSp mod">
        <pc:chgData name="sajal kumar" userId="06e4c5ae288b0bdb" providerId="LiveId" clId="{63669E5A-32B9-4220-827F-03B619D76CF9}" dt="2026-03-11T06:46:29.903" v="500" actId="1076"/>
        <pc:sldMkLst>
          <pc:docMk/>
          <pc:sldMk cId="1719677589" sldId="261"/>
        </pc:sldMkLst>
        <pc:spChg chg="mod">
          <ac:chgData name="sajal kumar" userId="06e4c5ae288b0bdb" providerId="LiveId" clId="{63669E5A-32B9-4220-827F-03B619D76CF9}" dt="2026-03-11T06:45:42.672" v="491" actId="20577"/>
          <ac:spMkLst>
            <pc:docMk/>
            <pc:sldMk cId="1719677589" sldId="261"/>
            <ac:spMk id="3" creationId="{17C5FB65-DA39-0E56-074C-448069DB1900}"/>
          </ac:spMkLst>
        </pc:spChg>
        <pc:picChg chg="add mod">
          <ac:chgData name="sajal kumar" userId="06e4c5ae288b0bdb" providerId="LiveId" clId="{63669E5A-32B9-4220-827F-03B619D76CF9}" dt="2026-03-11T06:44:02.642" v="480" actId="1076"/>
          <ac:picMkLst>
            <pc:docMk/>
            <pc:sldMk cId="1719677589" sldId="261"/>
            <ac:picMk id="5" creationId="{D6BA54EF-8289-8BAD-BDBC-2B016AD0961B}"/>
          </ac:picMkLst>
        </pc:picChg>
        <pc:picChg chg="add mod">
          <ac:chgData name="sajal kumar" userId="06e4c5ae288b0bdb" providerId="LiveId" clId="{63669E5A-32B9-4220-827F-03B619D76CF9}" dt="2026-03-11T06:44:52.377" v="487" actId="1076"/>
          <ac:picMkLst>
            <pc:docMk/>
            <pc:sldMk cId="1719677589" sldId="261"/>
            <ac:picMk id="6" creationId="{BB88CD23-BFB5-2FE2-8CD9-4D2F3D56A7AB}"/>
          </ac:picMkLst>
        </pc:picChg>
        <pc:picChg chg="add mod">
          <ac:chgData name="sajal kumar" userId="06e4c5ae288b0bdb" providerId="LiveId" clId="{63669E5A-32B9-4220-827F-03B619D76CF9}" dt="2026-03-11T06:46:25.781" v="499" actId="1076"/>
          <ac:picMkLst>
            <pc:docMk/>
            <pc:sldMk cId="1719677589" sldId="261"/>
            <ac:picMk id="8" creationId="{02588618-C98A-6645-870C-B02F4246A998}"/>
          </ac:picMkLst>
        </pc:picChg>
        <pc:picChg chg="add mod">
          <ac:chgData name="sajal kumar" userId="06e4c5ae288b0bdb" providerId="LiveId" clId="{63669E5A-32B9-4220-827F-03B619D76CF9}" dt="2026-03-11T06:46:29.903" v="500" actId="1076"/>
          <ac:picMkLst>
            <pc:docMk/>
            <pc:sldMk cId="1719677589" sldId="261"/>
            <ac:picMk id="9" creationId="{A2DF6D8E-4F51-1FB6-A863-F3FF8375CB58}"/>
          </ac:picMkLst>
        </pc:picChg>
      </pc:sldChg>
      <pc:sldChg chg="addSp delSp modSp new mod">
        <pc:chgData name="sajal kumar" userId="06e4c5ae288b0bdb" providerId="LiveId" clId="{63669E5A-32B9-4220-827F-03B619D76CF9}" dt="2026-03-13T04:14:01.238" v="972" actId="1076"/>
        <pc:sldMkLst>
          <pc:docMk/>
          <pc:sldMk cId="1927574098" sldId="262"/>
        </pc:sldMkLst>
        <pc:spChg chg="mod">
          <ac:chgData name="sajal kumar" userId="06e4c5ae288b0bdb" providerId="LiveId" clId="{63669E5A-32B9-4220-827F-03B619D76CF9}" dt="2026-03-11T06:47:39.507" v="514" actId="14100"/>
          <ac:spMkLst>
            <pc:docMk/>
            <pc:sldMk cId="1927574098" sldId="262"/>
            <ac:spMk id="2" creationId="{AF87B572-3D0C-AA01-0F19-09A85BFAEAB2}"/>
          </ac:spMkLst>
        </pc:spChg>
        <pc:spChg chg="mod">
          <ac:chgData name="sajal kumar" userId="06e4c5ae288b0bdb" providerId="LiveId" clId="{63669E5A-32B9-4220-827F-03B619D76CF9}" dt="2026-03-11T06:49:35.376" v="584" actId="20577"/>
          <ac:spMkLst>
            <pc:docMk/>
            <pc:sldMk cId="1927574098" sldId="262"/>
            <ac:spMk id="3" creationId="{02DB600B-7898-D1FD-069B-369A7216822B}"/>
          </ac:spMkLst>
        </pc:spChg>
        <pc:picChg chg="add del mod">
          <ac:chgData name="sajal kumar" userId="06e4c5ae288b0bdb" providerId="LiveId" clId="{63669E5A-32B9-4220-827F-03B619D76CF9}" dt="2026-03-13T04:13:37.652" v="970" actId="478"/>
          <ac:picMkLst>
            <pc:docMk/>
            <pc:sldMk cId="1927574098" sldId="262"/>
            <ac:picMk id="5" creationId="{39C80E9F-9DA9-C238-3B7A-A7565C567112}"/>
          </ac:picMkLst>
        </pc:picChg>
        <pc:picChg chg="add mod">
          <ac:chgData name="sajal kumar" userId="06e4c5ae288b0bdb" providerId="LiveId" clId="{63669E5A-32B9-4220-827F-03B619D76CF9}" dt="2026-03-13T04:14:01.238" v="972" actId="1076"/>
          <ac:picMkLst>
            <pc:docMk/>
            <pc:sldMk cId="1927574098" sldId="262"/>
            <ac:picMk id="6" creationId="{3521B0E7-8DEE-21A7-2A37-469D79F563BD}"/>
          </ac:picMkLst>
        </pc:picChg>
      </pc:sldChg>
      <pc:sldChg chg="addSp delSp modSp new mod">
        <pc:chgData name="sajal kumar" userId="06e4c5ae288b0bdb" providerId="LiveId" clId="{63669E5A-32B9-4220-827F-03B619D76CF9}" dt="2026-03-11T06:52:12.369" v="600" actId="1076"/>
        <pc:sldMkLst>
          <pc:docMk/>
          <pc:sldMk cId="3364681931" sldId="263"/>
        </pc:sldMkLst>
        <pc:picChg chg="add mod">
          <ac:chgData name="sajal kumar" userId="06e4c5ae288b0bdb" providerId="LiveId" clId="{63669E5A-32B9-4220-827F-03B619D76CF9}" dt="2026-03-11T06:51:41.097" v="594" actId="1076"/>
          <ac:picMkLst>
            <pc:docMk/>
            <pc:sldMk cId="3364681931" sldId="263"/>
            <ac:picMk id="7" creationId="{62E94153-682D-492C-EB9F-A9E160AB9E81}"/>
          </ac:picMkLst>
        </pc:picChg>
        <pc:picChg chg="add mod">
          <ac:chgData name="sajal kumar" userId="06e4c5ae288b0bdb" providerId="LiveId" clId="{63669E5A-32B9-4220-827F-03B619D76CF9}" dt="2026-03-11T06:51:53.328" v="596" actId="1076"/>
          <ac:picMkLst>
            <pc:docMk/>
            <pc:sldMk cId="3364681931" sldId="263"/>
            <ac:picMk id="8" creationId="{6A51E682-8D5E-ECB3-AC47-0CF68B6E9DB6}"/>
          </ac:picMkLst>
        </pc:picChg>
        <pc:picChg chg="add mod">
          <ac:chgData name="sajal kumar" userId="06e4c5ae288b0bdb" providerId="LiveId" clId="{63669E5A-32B9-4220-827F-03B619D76CF9}" dt="2026-03-11T06:52:12.369" v="600" actId="1076"/>
          <ac:picMkLst>
            <pc:docMk/>
            <pc:sldMk cId="3364681931" sldId="263"/>
            <ac:picMk id="9" creationId="{4F559ACA-38D6-E13C-EF0B-81B0F3E595D2}"/>
          </ac:picMkLst>
        </pc:picChg>
      </pc:sldChg>
      <pc:sldChg chg="addSp delSp modSp new mod">
        <pc:chgData name="sajal kumar" userId="06e4c5ae288b0bdb" providerId="LiveId" clId="{63669E5A-32B9-4220-827F-03B619D76CF9}" dt="2026-03-13T04:15:01.511" v="977" actId="1076"/>
        <pc:sldMkLst>
          <pc:docMk/>
          <pc:sldMk cId="3991194915" sldId="264"/>
        </pc:sldMkLst>
        <pc:spChg chg="mod">
          <ac:chgData name="sajal kumar" userId="06e4c5ae288b0bdb" providerId="LiveId" clId="{63669E5A-32B9-4220-827F-03B619D76CF9}" dt="2026-03-11T06:59:04.678" v="639" actId="5793"/>
          <ac:spMkLst>
            <pc:docMk/>
            <pc:sldMk cId="3991194915" sldId="264"/>
            <ac:spMk id="3" creationId="{7B8A845C-4AE2-1BCE-5630-E7AFEFB9E719}"/>
          </ac:spMkLst>
        </pc:spChg>
        <pc:picChg chg="add mod">
          <ac:chgData name="sajal kumar" userId="06e4c5ae288b0bdb" providerId="LiveId" clId="{63669E5A-32B9-4220-827F-03B619D76CF9}" dt="2026-03-13T04:14:37.382" v="974" actId="1076"/>
          <ac:picMkLst>
            <pc:docMk/>
            <pc:sldMk cId="3991194915" sldId="264"/>
            <ac:picMk id="4" creationId="{1BCB1B72-EE52-81A4-250B-E8BEB3297053}"/>
          </ac:picMkLst>
        </pc:picChg>
        <pc:picChg chg="add del mod">
          <ac:chgData name="sajal kumar" userId="06e4c5ae288b0bdb" providerId="LiveId" clId="{63669E5A-32B9-4220-827F-03B619D76CF9}" dt="2026-03-13T04:13:12.722" v="969" actId="478"/>
          <ac:picMkLst>
            <pc:docMk/>
            <pc:sldMk cId="3991194915" sldId="264"/>
            <ac:picMk id="5" creationId="{C326518C-8E40-ABE4-80AA-E299BA56110C}"/>
          </ac:picMkLst>
        </pc:picChg>
        <pc:picChg chg="add mod">
          <ac:chgData name="sajal kumar" userId="06e4c5ae288b0bdb" providerId="LiveId" clId="{63669E5A-32B9-4220-827F-03B619D76CF9}" dt="2026-03-11T06:59:00.305" v="637" actId="1076"/>
          <ac:picMkLst>
            <pc:docMk/>
            <pc:sldMk cId="3991194915" sldId="264"/>
            <ac:picMk id="6" creationId="{E81867E3-AA0E-BAA4-D734-8F72725B1CAA}"/>
          </ac:picMkLst>
        </pc:picChg>
        <pc:picChg chg="add mod">
          <ac:chgData name="sajal kumar" userId="06e4c5ae288b0bdb" providerId="LiveId" clId="{63669E5A-32B9-4220-827F-03B619D76CF9}" dt="2026-03-13T04:14:39.857" v="975" actId="1076"/>
          <ac:picMkLst>
            <pc:docMk/>
            <pc:sldMk cId="3991194915" sldId="264"/>
            <ac:picMk id="7" creationId="{54A83DDD-1496-BB9E-B4C5-ED2F9C9F4130}"/>
          </ac:picMkLst>
        </pc:picChg>
        <pc:picChg chg="add del mod">
          <ac:chgData name="sajal kumar" userId="06e4c5ae288b0bdb" providerId="LiveId" clId="{63669E5A-32B9-4220-827F-03B619D76CF9}" dt="2026-03-13T04:13:11.307" v="968" actId="478"/>
          <ac:picMkLst>
            <pc:docMk/>
            <pc:sldMk cId="3991194915" sldId="264"/>
            <ac:picMk id="9" creationId="{7D35FE05-82D7-EC2E-48FB-6E64EB2EB531}"/>
          </ac:picMkLst>
        </pc:picChg>
        <pc:picChg chg="add mod">
          <ac:chgData name="sajal kumar" userId="06e4c5ae288b0bdb" providerId="LiveId" clId="{63669E5A-32B9-4220-827F-03B619D76CF9}" dt="2026-03-13T04:15:01.511" v="977" actId="1076"/>
          <ac:picMkLst>
            <pc:docMk/>
            <pc:sldMk cId="3991194915" sldId="264"/>
            <ac:picMk id="10" creationId="{1E93F94D-7D24-BA85-FB93-9C8D3EE016A8}"/>
          </ac:picMkLst>
        </pc:picChg>
      </pc:sldChg>
      <pc:sldChg chg="addSp delSp modSp new mod">
        <pc:chgData name="sajal kumar" userId="06e4c5ae288b0bdb" providerId="LiveId" clId="{63669E5A-32B9-4220-827F-03B619D76CF9}" dt="2026-03-11T07:27:59.880" v="885" actId="1076"/>
        <pc:sldMkLst>
          <pc:docMk/>
          <pc:sldMk cId="3248613716" sldId="265"/>
        </pc:sldMkLst>
        <pc:spChg chg="mod">
          <ac:chgData name="sajal kumar" userId="06e4c5ae288b0bdb" providerId="LiveId" clId="{63669E5A-32B9-4220-827F-03B619D76CF9}" dt="2026-03-11T07:00:12.119" v="646" actId="12"/>
          <ac:spMkLst>
            <pc:docMk/>
            <pc:sldMk cId="3248613716" sldId="265"/>
            <ac:spMk id="3" creationId="{F8C95E86-5D1E-BE8D-F97B-1ACB203021D7}"/>
          </ac:spMkLst>
        </pc:spChg>
        <pc:graphicFrameChg chg="add mod">
          <ac:chgData name="sajal kumar" userId="06e4c5ae288b0bdb" providerId="LiveId" clId="{63669E5A-32B9-4220-827F-03B619D76CF9}" dt="2026-03-11T07:27:59.880" v="885" actId="1076"/>
          <ac:graphicFrameMkLst>
            <pc:docMk/>
            <pc:sldMk cId="3248613716" sldId="265"/>
            <ac:graphicFrameMk id="4" creationId="{2EC35F5A-2E0F-79CA-C33C-1BC283248D51}"/>
          </ac:graphicFrameMkLst>
        </pc:graphicFrameChg>
      </pc:sldChg>
      <pc:sldChg chg="addSp modSp new mod">
        <pc:chgData name="sajal kumar" userId="06e4c5ae288b0bdb" providerId="LiveId" clId="{63669E5A-32B9-4220-827F-03B619D76CF9}" dt="2026-03-11T07:03:11.533" v="680" actId="1076"/>
        <pc:sldMkLst>
          <pc:docMk/>
          <pc:sldMk cId="281177422" sldId="266"/>
        </pc:sldMkLst>
        <pc:spChg chg="mod">
          <ac:chgData name="sajal kumar" userId="06e4c5ae288b0bdb" providerId="LiveId" clId="{63669E5A-32B9-4220-827F-03B619D76CF9}" dt="2026-03-11T07:00:58.943" v="656" actId="14100"/>
          <ac:spMkLst>
            <pc:docMk/>
            <pc:sldMk cId="281177422" sldId="266"/>
            <ac:spMk id="2" creationId="{5D3A0005-2CC8-DF2C-784D-8E337D904240}"/>
          </ac:spMkLst>
        </pc:spChg>
        <pc:spChg chg="mod">
          <ac:chgData name="sajal kumar" userId="06e4c5ae288b0bdb" providerId="LiveId" clId="{63669E5A-32B9-4220-827F-03B619D76CF9}" dt="2026-03-11T07:02:36.065" v="676" actId="5793"/>
          <ac:spMkLst>
            <pc:docMk/>
            <pc:sldMk cId="281177422" sldId="266"/>
            <ac:spMk id="3" creationId="{87B5E89E-9869-A381-244A-BBB44F1C3876}"/>
          </ac:spMkLst>
        </pc:spChg>
        <pc:picChg chg="add mod">
          <ac:chgData name="sajal kumar" userId="06e4c5ae288b0bdb" providerId="LiveId" clId="{63669E5A-32B9-4220-827F-03B619D76CF9}" dt="2026-03-11T07:02:04.162" v="667" actId="1076"/>
          <ac:picMkLst>
            <pc:docMk/>
            <pc:sldMk cId="281177422" sldId="266"/>
            <ac:picMk id="5" creationId="{DD02EE09-5F12-5ED9-F154-CF6E1353169E}"/>
          </ac:picMkLst>
        </pc:picChg>
        <pc:picChg chg="add mod">
          <ac:chgData name="sajal kumar" userId="06e4c5ae288b0bdb" providerId="LiveId" clId="{63669E5A-32B9-4220-827F-03B619D76CF9}" dt="2026-03-11T07:02:22.458" v="669" actId="1076"/>
          <ac:picMkLst>
            <pc:docMk/>
            <pc:sldMk cId="281177422" sldId="266"/>
            <ac:picMk id="6" creationId="{04AF3285-F4D3-A293-451D-68F07AB1B025}"/>
          </ac:picMkLst>
        </pc:picChg>
        <pc:picChg chg="add mod">
          <ac:chgData name="sajal kumar" userId="06e4c5ae288b0bdb" providerId="LiveId" clId="{63669E5A-32B9-4220-827F-03B619D76CF9}" dt="2026-03-11T07:02:57.271" v="678" actId="1076"/>
          <ac:picMkLst>
            <pc:docMk/>
            <pc:sldMk cId="281177422" sldId="266"/>
            <ac:picMk id="8" creationId="{77989B97-4B11-8FCA-F30D-22DBD49A9E44}"/>
          </ac:picMkLst>
        </pc:picChg>
        <pc:picChg chg="add mod">
          <ac:chgData name="sajal kumar" userId="06e4c5ae288b0bdb" providerId="LiveId" clId="{63669E5A-32B9-4220-827F-03B619D76CF9}" dt="2026-03-11T07:03:11.533" v="680" actId="1076"/>
          <ac:picMkLst>
            <pc:docMk/>
            <pc:sldMk cId="281177422" sldId="266"/>
            <ac:picMk id="9" creationId="{8BB7FE68-A88F-4033-26E7-2A01E62A93A6}"/>
          </ac:picMkLst>
        </pc:picChg>
      </pc:sldChg>
      <pc:sldChg chg="addSp delSp modSp new mod">
        <pc:chgData name="sajal kumar" userId="06e4c5ae288b0bdb" providerId="LiveId" clId="{63669E5A-32B9-4220-827F-03B619D76CF9}" dt="2026-03-11T07:06:49.835" v="712" actId="14100"/>
        <pc:sldMkLst>
          <pc:docMk/>
          <pc:sldMk cId="3679838570" sldId="267"/>
        </pc:sldMkLst>
        <pc:spChg chg="mod">
          <ac:chgData name="sajal kumar" userId="06e4c5ae288b0bdb" providerId="LiveId" clId="{63669E5A-32B9-4220-827F-03B619D76CF9}" dt="2026-03-11T07:06:35.586" v="709" actId="14100"/>
          <ac:spMkLst>
            <pc:docMk/>
            <pc:sldMk cId="3679838570" sldId="267"/>
            <ac:spMk id="3" creationId="{82AEB7E1-CAE6-C511-351E-B071C71B6524}"/>
          </ac:spMkLst>
        </pc:spChg>
        <pc:picChg chg="add mod">
          <ac:chgData name="sajal kumar" userId="06e4c5ae288b0bdb" providerId="LiveId" clId="{63669E5A-32B9-4220-827F-03B619D76CF9}" dt="2026-03-11T07:06:45.968" v="711" actId="14100"/>
          <ac:picMkLst>
            <pc:docMk/>
            <pc:sldMk cId="3679838570" sldId="267"/>
            <ac:picMk id="5" creationId="{A6081631-2609-DD6B-75AC-065B1244D193}"/>
          </ac:picMkLst>
        </pc:picChg>
        <pc:picChg chg="add mod">
          <ac:chgData name="sajal kumar" userId="06e4c5ae288b0bdb" providerId="LiveId" clId="{63669E5A-32B9-4220-827F-03B619D76CF9}" dt="2026-03-11T07:06:09.666" v="706" actId="1076"/>
          <ac:picMkLst>
            <pc:docMk/>
            <pc:sldMk cId="3679838570" sldId="267"/>
            <ac:picMk id="6" creationId="{4AF44937-3545-CE56-8F2C-C6941953D2DE}"/>
          </ac:picMkLst>
        </pc:picChg>
        <pc:picChg chg="add mod">
          <ac:chgData name="sajal kumar" userId="06e4c5ae288b0bdb" providerId="LiveId" clId="{63669E5A-32B9-4220-827F-03B619D76CF9}" dt="2026-03-11T07:06:49.835" v="712" actId="14100"/>
          <ac:picMkLst>
            <pc:docMk/>
            <pc:sldMk cId="3679838570" sldId="267"/>
            <ac:picMk id="8" creationId="{6F535B94-79C8-993D-7C19-2244EDA05ADD}"/>
          </ac:picMkLst>
        </pc:picChg>
        <pc:picChg chg="add mod">
          <ac:chgData name="sajal kumar" userId="06e4c5ae288b0bdb" providerId="LiveId" clId="{63669E5A-32B9-4220-827F-03B619D76CF9}" dt="2026-03-11T07:06:43.734" v="710" actId="14100"/>
          <ac:picMkLst>
            <pc:docMk/>
            <pc:sldMk cId="3679838570" sldId="267"/>
            <ac:picMk id="9" creationId="{710B94BB-05C3-F3AA-D664-5E82BECF268E}"/>
          </ac:picMkLst>
        </pc:picChg>
      </pc:sldChg>
      <pc:sldChg chg="addSp modSp new mod">
        <pc:chgData name="sajal kumar" userId="06e4c5ae288b0bdb" providerId="LiveId" clId="{63669E5A-32B9-4220-827F-03B619D76CF9}" dt="2026-03-11T07:09:40.835" v="746" actId="14100"/>
        <pc:sldMkLst>
          <pc:docMk/>
          <pc:sldMk cId="894840860" sldId="268"/>
        </pc:sldMkLst>
        <pc:spChg chg="mod">
          <ac:chgData name="sajal kumar" userId="06e4c5ae288b0bdb" providerId="LiveId" clId="{63669E5A-32B9-4220-827F-03B619D76CF9}" dt="2026-03-11T07:07:42.233" v="718" actId="14100"/>
          <ac:spMkLst>
            <pc:docMk/>
            <pc:sldMk cId="894840860" sldId="268"/>
            <ac:spMk id="2" creationId="{5E8134A1-30DE-AC20-4F94-1C2091F45AEB}"/>
          </ac:spMkLst>
        </pc:spChg>
        <pc:spChg chg="mod">
          <ac:chgData name="sajal kumar" userId="06e4c5ae288b0bdb" providerId="LiveId" clId="{63669E5A-32B9-4220-827F-03B619D76CF9}" dt="2026-03-11T07:08:50.619" v="734" actId="21"/>
          <ac:spMkLst>
            <pc:docMk/>
            <pc:sldMk cId="894840860" sldId="268"/>
            <ac:spMk id="3" creationId="{BF8A157D-770B-F47B-4B7E-068615F15549}"/>
          </ac:spMkLst>
        </pc:spChg>
        <pc:picChg chg="add mod">
          <ac:chgData name="sajal kumar" userId="06e4c5ae288b0bdb" providerId="LiveId" clId="{63669E5A-32B9-4220-827F-03B619D76CF9}" dt="2026-03-11T07:09:34.745" v="744" actId="1076"/>
          <ac:picMkLst>
            <pc:docMk/>
            <pc:sldMk cId="894840860" sldId="268"/>
            <ac:picMk id="5" creationId="{546455CF-8398-A463-0ECE-D1188C2ED3B0}"/>
          </ac:picMkLst>
        </pc:picChg>
        <pc:picChg chg="add mod">
          <ac:chgData name="sajal kumar" userId="06e4c5ae288b0bdb" providerId="LiveId" clId="{63669E5A-32B9-4220-827F-03B619D76CF9}" dt="2026-03-11T07:09:40.835" v="746" actId="14100"/>
          <ac:picMkLst>
            <pc:docMk/>
            <pc:sldMk cId="894840860" sldId="268"/>
            <ac:picMk id="6" creationId="{4C7C71E7-A581-0D88-9653-70B7A0966D5E}"/>
          </ac:picMkLst>
        </pc:picChg>
      </pc:sldChg>
      <pc:sldChg chg="addSp delSp modSp new mod">
        <pc:chgData name="sajal kumar" userId="06e4c5ae288b0bdb" providerId="LiveId" clId="{63669E5A-32B9-4220-827F-03B619D76CF9}" dt="2026-03-11T07:10:52.849" v="760" actId="21"/>
        <pc:sldMkLst>
          <pc:docMk/>
          <pc:sldMk cId="998838764" sldId="269"/>
        </pc:sldMkLst>
        <pc:spChg chg="mod">
          <ac:chgData name="sajal kumar" userId="06e4c5ae288b0bdb" providerId="LiveId" clId="{63669E5A-32B9-4220-827F-03B619D76CF9}" dt="2026-03-11T07:10:52.849" v="760" actId="21"/>
          <ac:spMkLst>
            <pc:docMk/>
            <pc:sldMk cId="998838764" sldId="269"/>
            <ac:spMk id="3" creationId="{D662C116-B348-DAC6-B077-C937F1E6EDBB}"/>
          </ac:spMkLst>
        </pc:spChg>
        <pc:picChg chg="add mod">
          <ac:chgData name="sajal kumar" userId="06e4c5ae288b0bdb" providerId="LiveId" clId="{63669E5A-32B9-4220-827F-03B619D76CF9}" dt="2026-03-11T07:10:23.170" v="757" actId="1076"/>
          <ac:picMkLst>
            <pc:docMk/>
            <pc:sldMk cId="998838764" sldId="269"/>
            <ac:picMk id="5" creationId="{EA8C9105-FAE4-988E-CCA7-1BB1468D5C66}"/>
          </ac:picMkLst>
        </pc:picChg>
        <pc:picChg chg="add mod">
          <ac:chgData name="sajal kumar" userId="06e4c5ae288b0bdb" providerId="LiveId" clId="{63669E5A-32B9-4220-827F-03B619D76CF9}" dt="2026-03-11T07:10:42.909" v="759" actId="1076"/>
          <ac:picMkLst>
            <pc:docMk/>
            <pc:sldMk cId="998838764" sldId="269"/>
            <ac:picMk id="6" creationId="{B3D7AB6F-DE33-DEE0-9187-EF9B3A8455EB}"/>
          </ac:picMkLst>
        </pc:picChg>
      </pc:sldChg>
      <pc:sldChg chg="addSp delSp modSp new mod">
        <pc:chgData name="sajal kumar" userId="06e4c5ae288b0bdb" providerId="LiveId" clId="{63669E5A-32B9-4220-827F-03B619D76CF9}" dt="2026-03-11T07:11:40.198" v="767" actId="1076"/>
        <pc:sldMkLst>
          <pc:docMk/>
          <pc:sldMk cId="2032198915" sldId="270"/>
        </pc:sldMkLst>
        <pc:spChg chg="mod">
          <ac:chgData name="sajal kumar" userId="06e4c5ae288b0bdb" providerId="LiveId" clId="{63669E5A-32B9-4220-827F-03B619D76CF9}" dt="2026-03-11T07:11:05.815" v="763" actId="14100"/>
          <ac:spMkLst>
            <pc:docMk/>
            <pc:sldMk cId="2032198915" sldId="270"/>
            <ac:spMk id="3" creationId="{C9D33640-49C6-5B12-BF12-E55A1B3912D4}"/>
          </ac:spMkLst>
        </pc:spChg>
        <pc:picChg chg="add mod">
          <ac:chgData name="sajal kumar" userId="06e4c5ae288b0bdb" providerId="LiveId" clId="{63669E5A-32B9-4220-827F-03B619D76CF9}" dt="2026-03-11T07:11:29.538" v="765" actId="1076"/>
          <ac:picMkLst>
            <pc:docMk/>
            <pc:sldMk cId="2032198915" sldId="270"/>
            <ac:picMk id="5" creationId="{05AD3B0F-C7B1-D043-E74A-1EFA3356C721}"/>
          </ac:picMkLst>
        </pc:picChg>
        <pc:picChg chg="add mod">
          <ac:chgData name="sajal kumar" userId="06e4c5ae288b0bdb" providerId="LiveId" clId="{63669E5A-32B9-4220-827F-03B619D76CF9}" dt="2026-03-11T07:11:40.198" v="767" actId="1076"/>
          <ac:picMkLst>
            <pc:docMk/>
            <pc:sldMk cId="2032198915" sldId="270"/>
            <ac:picMk id="6" creationId="{8DD9995D-E5AB-693D-CFE0-01A01BB98721}"/>
          </ac:picMkLst>
        </pc:picChg>
      </pc:sldChg>
      <pc:sldChg chg="addSp modSp new mod">
        <pc:chgData name="sajal kumar" userId="06e4c5ae288b0bdb" providerId="LiveId" clId="{63669E5A-32B9-4220-827F-03B619D76CF9}" dt="2026-03-11T07:14:28.500" v="798" actId="21"/>
        <pc:sldMkLst>
          <pc:docMk/>
          <pc:sldMk cId="2313566518" sldId="271"/>
        </pc:sldMkLst>
        <pc:spChg chg="mod">
          <ac:chgData name="sajal kumar" userId="06e4c5ae288b0bdb" providerId="LiveId" clId="{63669E5A-32B9-4220-827F-03B619D76CF9}" dt="2026-03-11T07:12:43.460" v="779" actId="14100"/>
          <ac:spMkLst>
            <pc:docMk/>
            <pc:sldMk cId="2313566518" sldId="271"/>
            <ac:spMk id="2" creationId="{E0D6AB5B-03AD-E57D-DCBE-25D56B4AFBA4}"/>
          </ac:spMkLst>
        </pc:spChg>
        <pc:spChg chg="mod">
          <ac:chgData name="sajal kumar" userId="06e4c5ae288b0bdb" providerId="LiveId" clId="{63669E5A-32B9-4220-827F-03B619D76CF9}" dt="2026-03-11T07:14:28.500" v="798" actId="21"/>
          <ac:spMkLst>
            <pc:docMk/>
            <pc:sldMk cId="2313566518" sldId="271"/>
            <ac:spMk id="3" creationId="{EF6E6E61-00FC-04D8-588C-323EBB634A7C}"/>
          </ac:spMkLst>
        </pc:spChg>
        <pc:picChg chg="add mod">
          <ac:chgData name="sajal kumar" userId="06e4c5ae288b0bdb" providerId="LiveId" clId="{63669E5A-32B9-4220-827F-03B619D76CF9}" dt="2026-03-11T07:13:42.906" v="793" actId="1076"/>
          <ac:picMkLst>
            <pc:docMk/>
            <pc:sldMk cId="2313566518" sldId="271"/>
            <ac:picMk id="5" creationId="{77605EE2-1FCA-1608-0236-85C0804F185C}"/>
          </ac:picMkLst>
        </pc:picChg>
        <pc:picChg chg="add mod">
          <ac:chgData name="sajal kumar" userId="06e4c5ae288b0bdb" providerId="LiveId" clId="{63669E5A-32B9-4220-827F-03B619D76CF9}" dt="2026-03-11T07:14:22.011" v="797" actId="1076"/>
          <ac:picMkLst>
            <pc:docMk/>
            <pc:sldMk cId="2313566518" sldId="271"/>
            <ac:picMk id="7" creationId="{4EA2F1A3-B704-4DFB-DB8C-37ADE27A731F}"/>
          </ac:picMkLst>
        </pc:picChg>
      </pc:sldChg>
      <pc:sldChg chg="addSp delSp modSp new mod">
        <pc:chgData name="sajal kumar" userId="06e4c5ae288b0bdb" providerId="LiveId" clId="{63669E5A-32B9-4220-827F-03B619D76CF9}" dt="2026-03-11T07:15:49.855" v="819" actId="1076"/>
        <pc:sldMkLst>
          <pc:docMk/>
          <pc:sldMk cId="1403008050" sldId="272"/>
        </pc:sldMkLst>
        <pc:spChg chg="mod">
          <ac:chgData name="sajal kumar" userId="06e4c5ae288b0bdb" providerId="LiveId" clId="{63669E5A-32B9-4220-827F-03B619D76CF9}" dt="2026-03-11T07:14:45.754" v="811" actId="14100"/>
          <ac:spMkLst>
            <pc:docMk/>
            <pc:sldMk cId="1403008050" sldId="272"/>
            <ac:spMk id="3" creationId="{F613617C-7344-C870-51C1-6223286F6CF1}"/>
          </ac:spMkLst>
        </pc:spChg>
        <pc:picChg chg="add mod">
          <ac:chgData name="sajal kumar" userId="06e4c5ae288b0bdb" providerId="LiveId" clId="{63669E5A-32B9-4220-827F-03B619D76CF9}" dt="2026-03-11T07:15:06.637" v="813" actId="1076"/>
          <ac:picMkLst>
            <pc:docMk/>
            <pc:sldMk cId="1403008050" sldId="272"/>
            <ac:picMk id="5" creationId="{C878A3CC-2F72-5E8C-23C8-AE2D437E34BA}"/>
          </ac:picMkLst>
        </pc:picChg>
        <pc:picChg chg="add mod">
          <ac:chgData name="sajal kumar" userId="06e4c5ae288b0bdb" providerId="LiveId" clId="{63669E5A-32B9-4220-827F-03B619D76CF9}" dt="2026-03-11T07:15:20.172" v="815" actId="1076"/>
          <ac:picMkLst>
            <pc:docMk/>
            <pc:sldMk cId="1403008050" sldId="272"/>
            <ac:picMk id="6" creationId="{B5BC3171-9D87-747A-5AFB-B2F134C53A53}"/>
          </ac:picMkLst>
        </pc:picChg>
        <pc:picChg chg="add mod">
          <ac:chgData name="sajal kumar" userId="06e4c5ae288b0bdb" providerId="LiveId" clId="{63669E5A-32B9-4220-827F-03B619D76CF9}" dt="2026-03-11T07:15:37.609" v="817" actId="1076"/>
          <ac:picMkLst>
            <pc:docMk/>
            <pc:sldMk cId="1403008050" sldId="272"/>
            <ac:picMk id="8" creationId="{79173C3A-6AA0-6DF6-5C90-7A9C3F591D64}"/>
          </ac:picMkLst>
        </pc:picChg>
        <pc:picChg chg="add mod">
          <ac:chgData name="sajal kumar" userId="06e4c5ae288b0bdb" providerId="LiveId" clId="{63669E5A-32B9-4220-827F-03B619D76CF9}" dt="2026-03-11T07:15:49.855" v="819" actId="1076"/>
          <ac:picMkLst>
            <pc:docMk/>
            <pc:sldMk cId="1403008050" sldId="272"/>
            <ac:picMk id="9" creationId="{28D58091-988B-2A26-830E-2B4816AF4279}"/>
          </ac:picMkLst>
        </pc:picChg>
      </pc:sldChg>
      <pc:sldChg chg="addSp modSp new mod">
        <pc:chgData name="sajal kumar" userId="06e4c5ae288b0bdb" providerId="LiveId" clId="{63669E5A-32B9-4220-827F-03B619D76CF9}" dt="2026-03-11T07:17:39.241" v="840" actId="1076"/>
        <pc:sldMkLst>
          <pc:docMk/>
          <pc:sldMk cId="3275586633" sldId="273"/>
        </pc:sldMkLst>
        <pc:spChg chg="mod">
          <ac:chgData name="sajal kumar" userId="06e4c5ae288b0bdb" providerId="LiveId" clId="{63669E5A-32B9-4220-827F-03B619D76CF9}" dt="2026-03-11T07:16:24.263" v="824" actId="14100"/>
          <ac:spMkLst>
            <pc:docMk/>
            <pc:sldMk cId="3275586633" sldId="273"/>
            <ac:spMk id="2" creationId="{1FD0C384-9085-3190-869F-78F78B75D7CA}"/>
          </ac:spMkLst>
        </pc:spChg>
        <pc:spChg chg="mod">
          <ac:chgData name="sajal kumar" userId="06e4c5ae288b0bdb" providerId="LiveId" clId="{63669E5A-32B9-4220-827F-03B619D76CF9}" dt="2026-03-11T07:17:22.256" v="837" actId="21"/>
          <ac:spMkLst>
            <pc:docMk/>
            <pc:sldMk cId="3275586633" sldId="273"/>
            <ac:spMk id="3" creationId="{36B631B7-6DE2-F843-B3C5-FD48F61A3E90}"/>
          </ac:spMkLst>
        </pc:spChg>
        <pc:picChg chg="add mod">
          <ac:chgData name="sajal kumar" userId="06e4c5ae288b0bdb" providerId="LiveId" clId="{63669E5A-32B9-4220-827F-03B619D76CF9}" dt="2026-03-11T07:17:14.595" v="836" actId="1076"/>
          <ac:picMkLst>
            <pc:docMk/>
            <pc:sldMk cId="3275586633" sldId="273"/>
            <ac:picMk id="5" creationId="{E66F84D1-74B2-F6BA-001B-1A9C37660AEF}"/>
          </ac:picMkLst>
        </pc:picChg>
        <pc:picChg chg="add mod">
          <ac:chgData name="sajal kumar" userId="06e4c5ae288b0bdb" providerId="LiveId" clId="{63669E5A-32B9-4220-827F-03B619D76CF9}" dt="2026-03-11T07:17:39.241" v="840" actId="1076"/>
          <ac:picMkLst>
            <pc:docMk/>
            <pc:sldMk cId="3275586633" sldId="273"/>
            <ac:picMk id="6" creationId="{1F530E0E-C984-2735-47F5-108302E007C7}"/>
          </ac:picMkLst>
        </pc:picChg>
      </pc:sldChg>
      <pc:sldChg chg="addSp delSp modSp new mod">
        <pc:chgData name="sajal kumar" userId="06e4c5ae288b0bdb" providerId="LiveId" clId="{63669E5A-32B9-4220-827F-03B619D76CF9}" dt="2026-03-11T07:19:07.619" v="856" actId="1076"/>
        <pc:sldMkLst>
          <pc:docMk/>
          <pc:sldMk cId="1787714339" sldId="274"/>
        </pc:sldMkLst>
        <pc:spChg chg="mod">
          <ac:chgData name="sajal kumar" userId="06e4c5ae288b0bdb" providerId="LiveId" clId="{63669E5A-32B9-4220-827F-03B619D76CF9}" dt="2026-03-11T07:18:01.565" v="848" actId="20577"/>
          <ac:spMkLst>
            <pc:docMk/>
            <pc:sldMk cId="1787714339" sldId="274"/>
            <ac:spMk id="3" creationId="{E2C96ECD-172E-B8E4-CC7A-BB87BA50CBF9}"/>
          </ac:spMkLst>
        </pc:spChg>
        <pc:picChg chg="add mod">
          <ac:chgData name="sajal kumar" userId="06e4c5ae288b0bdb" providerId="LiveId" clId="{63669E5A-32B9-4220-827F-03B619D76CF9}" dt="2026-03-11T07:18:17.673" v="850" actId="1076"/>
          <ac:picMkLst>
            <pc:docMk/>
            <pc:sldMk cId="1787714339" sldId="274"/>
            <ac:picMk id="5" creationId="{8A0691DB-CF8D-EB53-EC31-39738E76C930}"/>
          </ac:picMkLst>
        </pc:picChg>
        <pc:picChg chg="add mod">
          <ac:chgData name="sajal kumar" userId="06e4c5ae288b0bdb" providerId="LiveId" clId="{63669E5A-32B9-4220-827F-03B619D76CF9}" dt="2026-03-11T07:18:36.109" v="852" actId="1076"/>
          <ac:picMkLst>
            <pc:docMk/>
            <pc:sldMk cId="1787714339" sldId="274"/>
            <ac:picMk id="6" creationId="{C7A1982B-0A0A-EF8D-921A-5EE1225F91E7}"/>
          </ac:picMkLst>
        </pc:picChg>
        <pc:picChg chg="add mod">
          <ac:chgData name="sajal kumar" userId="06e4c5ae288b0bdb" providerId="LiveId" clId="{63669E5A-32B9-4220-827F-03B619D76CF9}" dt="2026-03-11T07:18:52.168" v="854" actId="1076"/>
          <ac:picMkLst>
            <pc:docMk/>
            <pc:sldMk cId="1787714339" sldId="274"/>
            <ac:picMk id="8" creationId="{439B0CC6-5E79-9662-A4ED-0AD7650E39EA}"/>
          </ac:picMkLst>
        </pc:picChg>
        <pc:picChg chg="add mod">
          <ac:chgData name="sajal kumar" userId="06e4c5ae288b0bdb" providerId="LiveId" clId="{63669E5A-32B9-4220-827F-03B619D76CF9}" dt="2026-03-11T07:19:07.619" v="856" actId="1076"/>
          <ac:picMkLst>
            <pc:docMk/>
            <pc:sldMk cId="1787714339" sldId="274"/>
            <ac:picMk id="9" creationId="{D0B39E38-92E3-9233-BB46-425BCDCDCE13}"/>
          </ac:picMkLst>
        </pc:picChg>
      </pc:sldChg>
      <pc:sldChg chg="modSp new mod">
        <pc:chgData name="sajal kumar" userId="06e4c5ae288b0bdb" providerId="LiveId" clId="{63669E5A-32B9-4220-827F-03B619D76CF9}" dt="2026-03-13T04:16:57.915" v="978" actId="207"/>
        <pc:sldMkLst>
          <pc:docMk/>
          <pc:sldMk cId="876915439" sldId="275"/>
        </pc:sldMkLst>
        <pc:spChg chg="mod">
          <ac:chgData name="sajal kumar" userId="06e4c5ae288b0bdb" providerId="LiveId" clId="{63669E5A-32B9-4220-827F-03B619D76CF9}" dt="2026-03-11T07:20:31.105" v="882" actId="14100"/>
          <ac:spMkLst>
            <pc:docMk/>
            <pc:sldMk cId="876915439" sldId="275"/>
            <ac:spMk id="2" creationId="{6CA3319F-2EEC-E711-B365-5C4A04B65040}"/>
          </ac:spMkLst>
        </pc:spChg>
        <pc:spChg chg="mod">
          <ac:chgData name="sajal kumar" userId="06e4c5ae288b0bdb" providerId="LiveId" clId="{63669E5A-32B9-4220-827F-03B619D76CF9}" dt="2026-03-13T04:16:57.915" v="978" actId="207"/>
          <ac:spMkLst>
            <pc:docMk/>
            <pc:sldMk cId="876915439" sldId="275"/>
            <ac:spMk id="3" creationId="{E1176E03-A8D6-4734-D893-6DFA1755A40B}"/>
          </ac:spMkLst>
        </pc:spChg>
      </pc:sldChg>
      <pc:sldMasterChg chg="setBg modSldLayout">
        <pc:chgData name="sajal kumar" userId="06e4c5ae288b0bdb" providerId="LiveId" clId="{63669E5A-32B9-4220-827F-03B619D76CF9}" dt="2026-03-11T06:15:57.173" v="294"/>
        <pc:sldMasterMkLst>
          <pc:docMk/>
          <pc:sldMasterMk cId="2789812089" sldId="2147483678"/>
        </pc:sldMasterMkLst>
        <pc:sldLayoutChg chg="setBg">
          <pc:chgData name="sajal kumar" userId="06e4c5ae288b0bdb" providerId="LiveId" clId="{63669E5A-32B9-4220-827F-03B619D76CF9}" dt="2026-03-11T06:15:57.173" v="294"/>
          <pc:sldLayoutMkLst>
            <pc:docMk/>
            <pc:sldMasterMk cId="2789812089" sldId="2147483678"/>
            <pc:sldLayoutMk cId="2366457328" sldId="2147483679"/>
          </pc:sldLayoutMkLst>
        </pc:sldLayoutChg>
        <pc:sldLayoutChg chg="setBg">
          <pc:chgData name="sajal kumar" userId="06e4c5ae288b0bdb" providerId="LiveId" clId="{63669E5A-32B9-4220-827F-03B619D76CF9}" dt="2026-03-11T06:15:57.173" v="294"/>
          <pc:sldLayoutMkLst>
            <pc:docMk/>
            <pc:sldMasterMk cId="2789812089" sldId="2147483678"/>
            <pc:sldLayoutMk cId="1731292813" sldId="2147483680"/>
          </pc:sldLayoutMkLst>
        </pc:sldLayoutChg>
        <pc:sldLayoutChg chg="setBg">
          <pc:chgData name="sajal kumar" userId="06e4c5ae288b0bdb" providerId="LiveId" clId="{63669E5A-32B9-4220-827F-03B619D76CF9}" dt="2026-03-11T06:15:57.173" v="294"/>
          <pc:sldLayoutMkLst>
            <pc:docMk/>
            <pc:sldMasterMk cId="2789812089" sldId="2147483678"/>
            <pc:sldLayoutMk cId="1224434080" sldId="2147483681"/>
          </pc:sldLayoutMkLst>
        </pc:sldLayoutChg>
        <pc:sldLayoutChg chg="setBg">
          <pc:chgData name="sajal kumar" userId="06e4c5ae288b0bdb" providerId="LiveId" clId="{63669E5A-32B9-4220-827F-03B619D76CF9}" dt="2026-03-11T06:15:57.173" v="294"/>
          <pc:sldLayoutMkLst>
            <pc:docMk/>
            <pc:sldMasterMk cId="2789812089" sldId="2147483678"/>
            <pc:sldLayoutMk cId="166774360" sldId="2147483682"/>
          </pc:sldLayoutMkLst>
        </pc:sldLayoutChg>
        <pc:sldLayoutChg chg="setBg">
          <pc:chgData name="sajal kumar" userId="06e4c5ae288b0bdb" providerId="LiveId" clId="{63669E5A-32B9-4220-827F-03B619D76CF9}" dt="2026-03-11T06:15:57.173" v="294"/>
          <pc:sldLayoutMkLst>
            <pc:docMk/>
            <pc:sldMasterMk cId="2789812089" sldId="2147483678"/>
            <pc:sldLayoutMk cId="2911438503" sldId="2147483683"/>
          </pc:sldLayoutMkLst>
        </pc:sldLayoutChg>
        <pc:sldLayoutChg chg="setBg">
          <pc:chgData name="sajal kumar" userId="06e4c5ae288b0bdb" providerId="LiveId" clId="{63669E5A-32B9-4220-827F-03B619D76CF9}" dt="2026-03-11T06:15:57.173" v="294"/>
          <pc:sldLayoutMkLst>
            <pc:docMk/>
            <pc:sldMasterMk cId="2789812089" sldId="2147483678"/>
            <pc:sldLayoutMk cId="811906751" sldId="2147483684"/>
          </pc:sldLayoutMkLst>
        </pc:sldLayoutChg>
        <pc:sldLayoutChg chg="setBg">
          <pc:chgData name="sajal kumar" userId="06e4c5ae288b0bdb" providerId="LiveId" clId="{63669E5A-32B9-4220-827F-03B619D76CF9}" dt="2026-03-11T06:15:57.173" v="294"/>
          <pc:sldLayoutMkLst>
            <pc:docMk/>
            <pc:sldMasterMk cId="2789812089" sldId="2147483678"/>
            <pc:sldLayoutMk cId="335633829" sldId="2147483685"/>
          </pc:sldLayoutMkLst>
        </pc:sldLayoutChg>
        <pc:sldLayoutChg chg="setBg">
          <pc:chgData name="sajal kumar" userId="06e4c5ae288b0bdb" providerId="LiveId" clId="{63669E5A-32B9-4220-827F-03B619D76CF9}" dt="2026-03-11T06:15:57.173" v="294"/>
          <pc:sldLayoutMkLst>
            <pc:docMk/>
            <pc:sldMasterMk cId="2789812089" sldId="2147483678"/>
            <pc:sldLayoutMk cId="2919088755" sldId="2147483686"/>
          </pc:sldLayoutMkLst>
        </pc:sldLayoutChg>
        <pc:sldLayoutChg chg="setBg">
          <pc:chgData name="sajal kumar" userId="06e4c5ae288b0bdb" providerId="LiveId" clId="{63669E5A-32B9-4220-827F-03B619D76CF9}" dt="2026-03-11T06:15:57.173" v="294"/>
          <pc:sldLayoutMkLst>
            <pc:docMk/>
            <pc:sldMasterMk cId="2789812089" sldId="2147483678"/>
            <pc:sldLayoutMk cId="979974175" sldId="2147483687"/>
          </pc:sldLayoutMkLst>
        </pc:sldLayoutChg>
        <pc:sldLayoutChg chg="setBg">
          <pc:chgData name="sajal kumar" userId="06e4c5ae288b0bdb" providerId="LiveId" clId="{63669E5A-32B9-4220-827F-03B619D76CF9}" dt="2026-03-11T06:15:57.173" v="294"/>
          <pc:sldLayoutMkLst>
            <pc:docMk/>
            <pc:sldMasterMk cId="2789812089" sldId="2147483678"/>
            <pc:sldLayoutMk cId="2789398682" sldId="2147483688"/>
          </pc:sldLayoutMkLst>
        </pc:sldLayoutChg>
        <pc:sldLayoutChg chg="setBg">
          <pc:chgData name="sajal kumar" userId="06e4c5ae288b0bdb" providerId="LiveId" clId="{63669E5A-32B9-4220-827F-03B619D76CF9}" dt="2026-03-11T06:15:57.173" v="294"/>
          <pc:sldLayoutMkLst>
            <pc:docMk/>
            <pc:sldMasterMk cId="2789812089" sldId="2147483678"/>
            <pc:sldLayoutMk cId="238075731" sldId="2147483689"/>
          </pc:sldLayoutMkLst>
        </pc:sldLayoutChg>
        <pc:sldLayoutChg chg="setBg">
          <pc:chgData name="sajal kumar" userId="06e4c5ae288b0bdb" providerId="LiveId" clId="{63669E5A-32B9-4220-827F-03B619D76CF9}" dt="2026-03-11T06:15:57.173" v="294"/>
          <pc:sldLayoutMkLst>
            <pc:docMk/>
            <pc:sldMasterMk cId="2789812089" sldId="2147483678"/>
            <pc:sldLayoutMk cId="883808711" sldId="2147483690"/>
          </pc:sldLayoutMkLst>
        </pc:sldLayoutChg>
        <pc:sldLayoutChg chg="setBg">
          <pc:chgData name="sajal kumar" userId="06e4c5ae288b0bdb" providerId="LiveId" clId="{63669E5A-32B9-4220-827F-03B619D76CF9}" dt="2026-03-11T06:15:57.173" v="294"/>
          <pc:sldLayoutMkLst>
            <pc:docMk/>
            <pc:sldMasterMk cId="2789812089" sldId="2147483678"/>
            <pc:sldLayoutMk cId="2642611710" sldId="2147483691"/>
          </pc:sldLayoutMkLst>
        </pc:sldLayoutChg>
        <pc:sldLayoutChg chg="setBg">
          <pc:chgData name="sajal kumar" userId="06e4c5ae288b0bdb" providerId="LiveId" clId="{63669E5A-32B9-4220-827F-03B619D76CF9}" dt="2026-03-11T06:15:57.173" v="294"/>
          <pc:sldLayoutMkLst>
            <pc:docMk/>
            <pc:sldMasterMk cId="2789812089" sldId="2147483678"/>
            <pc:sldLayoutMk cId="3186393520" sldId="2147483692"/>
          </pc:sldLayoutMkLst>
        </pc:sldLayoutChg>
        <pc:sldLayoutChg chg="setBg">
          <pc:chgData name="sajal kumar" userId="06e4c5ae288b0bdb" providerId="LiveId" clId="{63669E5A-32B9-4220-827F-03B619D76CF9}" dt="2026-03-11T06:15:57.173" v="294"/>
          <pc:sldLayoutMkLst>
            <pc:docMk/>
            <pc:sldMasterMk cId="2789812089" sldId="2147483678"/>
            <pc:sldLayoutMk cId="432902543" sldId="2147483693"/>
          </pc:sldLayoutMkLst>
        </pc:sldLayoutChg>
        <pc:sldLayoutChg chg="setBg">
          <pc:chgData name="sajal kumar" userId="06e4c5ae288b0bdb" providerId="LiveId" clId="{63669E5A-32B9-4220-827F-03B619D76CF9}" dt="2026-03-11T06:15:57.173" v="294"/>
          <pc:sldLayoutMkLst>
            <pc:docMk/>
            <pc:sldMasterMk cId="2789812089" sldId="2147483678"/>
            <pc:sldLayoutMk cId="3141522971" sldId="2147483694"/>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2366457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1731292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1224434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2BB6DD-9C93-4231-AE92-D2467C7CF80E}"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166774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2BB6DD-9C93-4231-AE92-D2467C7CF80E}" type="datetimeFigureOut">
              <a:rPr lang="en-US" smtClean="0"/>
              <a:t>3/13/2026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291143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2BB6DD-9C93-4231-AE92-D2467C7CF80E}" type="datetimeFigureOut">
              <a:rPr lang="en-US" smtClean="0"/>
              <a:t>3/13/2026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811906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2BB6DD-9C93-4231-AE92-D2467C7CF80E}" type="datetimeFigureOut">
              <a:rPr lang="en-US" smtClean="0"/>
              <a:t>3/13/2026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335633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2BB6DD-9C93-4231-AE92-D2467C7CF80E}"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2919088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2BB6DD-9C93-4231-AE92-D2467C7CF80E}" type="datetimeFigureOut">
              <a:rPr lang="en-US" smtClean="0"/>
              <a:t>3/13/2026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979974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2789398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807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8838087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426117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3186393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4329025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2BB6DD-9C93-4231-AE92-D2467C7CF80E}" type="datetimeFigureOut">
              <a:rPr lang="en-US" smtClean="0"/>
              <a:t>3/13/2026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4FA75-8EB8-4575-8688-DDA63EC16AED}" type="slidenum">
              <a:rPr lang="en-US" smtClean="0"/>
              <a:t>‹#›</a:t>
            </a:fld>
            <a:endParaRPr lang="en-US"/>
          </a:p>
        </p:txBody>
      </p:sp>
    </p:spTree>
    <p:extLst>
      <p:ext uri="{BB962C8B-B14F-4D97-AF65-F5344CB8AC3E}">
        <p14:creationId xmlns:p14="http://schemas.microsoft.com/office/powerpoint/2010/main" val="3141522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alpha val="78000"/>
          </a:schemeClr>
        </a:solidFill>
        <a:effectLst/>
      </p:bgPr>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02BB6DD-9C93-4231-AE92-D2467C7CF80E}" type="datetimeFigureOut">
              <a:rPr lang="en-US" smtClean="0"/>
              <a:t>3/13/2026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B74FA75-8EB8-4575-8688-DDA63EC16AED}" type="slidenum">
              <a:rPr lang="en-US" smtClean="0"/>
              <a:t>‹#›</a:t>
            </a:fld>
            <a:endParaRPr lang="en-US"/>
          </a:p>
        </p:txBody>
      </p:sp>
    </p:spTree>
    <p:extLst>
      <p:ext uri="{BB962C8B-B14F-4D97-AF65-F5344CB8AC3E}">
        <p14:creationId xmlns:p14="http://schemas.microsoft.com/office/powerpoint/2010/main" val="278981208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2" Type="http://schemas.openxmlformats.org/officeDocument/2006/relationships/hyperlink" Target="https://drive.google.com/file/d/1Lfc0g5XxUuYVEaPVqBPX0Zmun_MRuLDk/view?usp=shar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15F5C-BC7E-6C40-C8DB-81648FA9ED72}"/>
              </a:ext>
            </a:extLst>
          </p:cNvPr>
          <p:cNvSpPr>
            <a:spLocks noGrp="1"/>
          </p:cNvSpPr>
          <p:nvPr>
            <p:ph type="ctrTitle"/>
          </p:nvPr>
        </p:nvSpPr>
        <p:spPr/>
        <p:txBody>
          <a:bodyPr/>
          <a:lstStyle/>
          <a:p>
            <a:pPr algn="ctr"/>
            <a:r>
              <a:rPr lang="en-US" b="1" dirty="0">
                <a:effectLst>
                  <a:outerShdw blurRad="38100" dist="38100" dir="2700000" algn="tl">
                    <a:srgbClr val="000000">
                      <a:alpha val="43137"/>
                    </a:srgbClr>
                  </a:outerShdw>
                </a:effectLst>
              </a:rPr>
              <a:t>Logistics Optimization for Delivery Routes</a:t>
            </a:r>
          </a:p>
        </p:txBody>
      </p:sp>
      <p:sp>
        <p:nvSpPr>
          <p:cNvPr id="3" name="Subtitle 2">
            <a:extLst>
              <a:ext uri="{FF2B5EF4-FFF2-40B4-BE49-F238E27FC236}">
                <a16:creationId xmlns:a16="http://schemas.microsoft.com/office/drawing/2014/main" id="{D53A41F3-0142-F0DA-23B1-D997816711B6}"/>
              </a:ext>
            </a:extLst>
          </p:cNvPr>
          <p:cNvSpPr>
            <a:spLocks noGrp="1"/>
          </p:cNvSpPr>
          <p:nvPr>
            <p:ph type="subTitle" idx="1"/>
          </p:nvPr>
        </p:nvSpPr>
        <p:spPr/>
        <p:txBody>
          <a:bodyPr>
            <a:normAutofit fontScale="85000" lnSpcReduction="10000"/>
          </a:bodyPr>
          <a:lstStyle/>
          <a:p>
            <a:pPr algn="ctr"/>
            <a:r>
              <a:rPr lang="en-US" b="1" dirty="0">
                <a:effectLst>
                  <a:outerShdw blurRad="38100" dist="38100" dir="2700000" algn="tl">
                    <a:srgbClr val="000000">
                      <a:alpha val="43137"/>
                    </a:srgbClr>
                  </a:outerShdw>
                </a:effectLst>
              </a:rPr>
              <a:t>Project Objective: </a:t>
            </a:r>
            <a:r>
              <a:rPr lang="en-US" dirty="0"/>
              <a:t>Build a SQL-driven Logistics analytics system to analyze delays, optimize routes, and enhance shipment efficiency by leveraging queries, aggregations. The project aims to answer key business questions, uncover inefficiencies, and recommend actionable improvements based on data analysis.</a:t>
            </a:r>
          </a:p>
        </p:txBody>
      </p:sp>
    </p:spTree>
    <p:extLst>
      <p:ext uri="{BB962C8B-B14F-4D97-AF65-F5344CB8AC3E}">
        <p14:creationId xmlns:p14="http://schemas.microsoft.com/office/powerpoint/2010/main" val="879336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B2807-F355-9FA9-CFAD-9A0B998185F0}"/>
              </a:ext>
            </a:extLst>
          </p:cNvPr>
          <p:cNvSpPr>
            <a:spLocks noGrp="1"/>
          </p:cNvSpPr>
          <p:nvPr>
            <p:ph type="title"/>
          </p:nvPr>
        </p:nvSpPr>
        <p:spPr>
          <a:xfrm>
            <a:off x="677334" y="609600"/>
            <a:ext cx="8596668" cy="843280"/>
          </a:xfrm>
        </p:spPr>
        <p:txBody>
          <a:bodyPr/>
          <a:lstStyle/>
          <a:p>
            <a:pPr algn="ctr"/>
            <a:r>
              <a:rPr lang="en-US" b="1" dirty="0">
                <a:effectLst>
                  <a:outerShdw blurRad="38100" dist="38100" dir="2700000" algn="tl">
                    <a:srgbClr val="000000">
                      <a:alpha val="43137"/>
                    </a:srgbClr>
                  </a:outerShdw>
                </a:effectLst>
              </a:rPr>
              <a:t>Task 1: Data Cleaning &amp; Preparation</a:t>
            </a:r>
          </a:p>
        </p:txBody>
      </p:sp>
      <p:sp>
        <p:nvSpPr>
          <p:cNvPr id="3" name="Content Placeholder 2">
            <a:extLst>
              <a:ext uri="{FF2B5EF4-FFF2-40B4-BE49-F238E27FC236}">
                <a16:creationId xmlns:a16="http://schemas.microsoft.com/office/drawing/2014/main" id="{81438F58-773A-0CF9-04AE-45B12A2DF9E7}"/>
              </a:ext>
            </a:extLst>
          </p:cNvPr>
          <p:cNvSpPr>
            <a:spLocks noGrp="1"/>
          </p:cNvSpPr>
          <p:nvPr>
            <p:ph idx="1"/>
          </p:nvPr>
        </p:nvSpPr>
        <p:spPr>
          <a:xfrm>
            <a:off x="677334" y="1645921"/>
            <a:ext cx="8596668" cy="4395442"/>
          </a:xfrm>
        </p:spPr>
        <p:txBody>
          <a:bodyPr>
            <a:normAutofit/>
          </a:bodyPr>
          <a:lstStyle/>
          <a:p>
            <a:r>
              <a:rPr lang="en-US" dirty="0"/>
              <a:t> Identify and delete duplicate </a:t>
            </a:r>
            <a:r>
              <a:rPr lang="en-US" dirty="0" err="1"/>
              <a:t>Order_ID</a:t>
            </a:r>
            <a:r>
              <a:rPr lang="en-US" dirty="0"/>
              <a:t> records.</a:t>
            </a:r>
          </a:p>
          <a:p>
            <a:pPr marL="0" indent="0">
              <a:buNone/>
            </a:pPr>
            <a:endParaRPr lang="en-US" dirty="0"/>
          </a:p>
          <a:p>
            <a:endParaRPr lang="en-US" dirty="0"/>
          </a:p>
          <a:p>
            <a:endParaRPr lang="en-US" dirty="0"/>
          </a:p>
          <a:p>
            <a:endParaRPr lang="en-US" dirty="0"/>
          </a:p>
          <a:p>
            <a:endParaRPr lang="en-US" dirty="0"/>
          </a:p>
          <a:p>
            <a:r>
              <a:rPr lang="en-US" dirty="0"/>
              <a:t>No duplicate records found as distinct count is equal to</a:t>
            </a:r>
            <a:br>
              <a:rPr lang="en-US" dirty="0"/>
            </a:br>
            <a:r>
              <a:rPr lang="en-US" dirty="0"/>
              <a:t>total count.</a:t>
            </a:r>
          </a:p>
          <a:p>
            <a:r>
              <a:rPr lang="en-US" dirty="0"/>
              <a:t>If was not equal then use the delete clause.</a:t>
            </a:r>
          </a:p>
          <a:p>
            <a:endParaRPr lang="en-US" dirty="0"/>
          </a:p>
          <a:p>
            <a:r>
              <a:rPr lang="en-US" dirty="0"/>
              <a:t> </a:t>
            </a:r>
          </a:p>
        </p:txBody>
      </p:sp>
      <p:pic>
        <p:nvPicPr>
          <p:cNvPr id="5" name="Picture 4">
            <a:extLst>
              <a:ext uri="{FF2B5EF4-FFF2-40B4-BE49-F238E27FC236}">
                <a16:creationId xmlns:a16="http://schemas.microsoft.com/office/drawing/2014/main" id="{B99BECA8-3A9F-DC8D-007F-DC14AF467B29}"/>
              </a:ext>
            </a:extLst>
          </p:cNvPr>
          <p:cNvPicPr>
            <a:picLocks noChangeAspect="1"/>
          </p:cNvPicPr>
          <p:nvPr/>
        </p:nvPicPr>
        <p:blipFill>
          <a:blip r:embed="rId2"/>
          <a:stretch>
            <a:fillRect/>
          </a:stretch>
        </p:blipFill>
        <p:spPr>
          <a:xfrm>
            <a:off x="6885222" y="2119129"/>
            <a:ext cx="5144218" cy="2619741"/>
          </a:xfrm>
          <a:prstGeom prst="rect">
            <a:avLst/>
          </a:prstGeom>
        </p:spPr>
      </p:pic>
      <p:pic>
        <p:nvPicPr>
          <p:cNvPr id="6" name="Picture 5">
            <a:extLst>
              <a:ext uri="{FF2B5EF4-FFF2-40B4-BE49-F238E27FC236}">
                <a16:creationId xmlns:a16="http://schemas.microsoft.com/office/drawing/2014/main" id="{B543D529-F503-4945-F79C-555E1FB500E6}"/>
              </a:ext>
            </a:extLst>
          </p:cNvPr>
          <p:cNvPicPr>
            <a:picLocks noChangeAspect="1"/>
          </p:cNvPicPr>
          <p:nvPr/>
        </p:nvPicPr>
        <p:blipFill>
          <a:blip r:embed="rId3"/>
          <a:stretch>
            <a:fillRect/>
          </a:stretch>
        </p:blipFill>
        <p:spPr>
          <a:xfrm>
            <a:off x="817677" y="2156747"/>
            <a:ext cx="5927203" cy="672349"/>
          </a:xfrm>
          <a:prstGeom prst="rect">
            <a:avLst/>
          </a:prstGeom>
        </p:spPr>
      </p:pic>
      <p:pic>
        <p:nvPicPr>
          <p:cNvPr id="7" name="Picture 6">
            <a:extLst>
              <a:ext uri="{FF2B5EF4-FFF2-40B4-BE49-F238E27FC236}">
                <a16:creationId xmlns:a16="http://schemas.microsoft.com/office/drawing/2014/main" id="{A8D9999B-19CB-B486-4B80-C3F9750C1AD1}"/>
              </a:ext>
            </a:extLst>
          </p:cNvPr>
          <p:cNvPicPr>
            <a:picLocks noChangeAspect="1"/>
          </p:cNvPicPr>
          <p:nvPr/>
        </p:nvPicPr>
        <p:blipFill>
          <a:blip r:embed="rId4"/>
          <a:stretch>
            <a:fillRect/>
          </a:stretch>
        </p:blipFill>
        <p:spPr>
          <a:xfrm>
            <a:off x="817677" y="3022137"/>
            <a:ext cx="2162175" cy="714375"/>
          </a:xfrm>
          <a:prstGeom prst="rect">
            <a:avLst/>
          </a:prstGeom>
        </p:spPr>
      </p:pic>
      <p:pic>
        <p:nvPicPr>
          <p:cNvPr id="8" name="Picture 7">
            <a:extLst>
              <a:ext uri="{FF2B5EF4-FFF2-40B4-BE49-F238E27FC236}">
                <a16:creationId xmlns:a16="http://schemas.microsoft.com/office/drawing/2014/main" id="{3DC2CF8E-BECB-53B2-9B83-B0D2A66755C7}"/>
              </a:ext>
            </a:extLst>
          </p:cNvPr>
          <p:cNvPicPr>
            <a:picLocks noChangeAspect="1"/>
          </p:cNvPicPr>
          <p:nvPr/>
        </p:nvPicPr>
        <p:blipFill>
          <a:blip r:embed="rId5"/>
          <a:stretch>
            <a:fillRect/>
          </a:stretch>
        </p:blipFill>
        <p:spPr>
          <a:xfrm>
            <a:off x="4263791" y="3022137"/>
            <a:ext cx="2085975" cy="638175"/>
          </a:xfrm>
          <a:prstGeom prst="rect">
            <a:avLst/>
          </a:prstGeom>
        </p:spPr>
      </p:pic>
    </p:spTree>
    <p:extLst>
      <p:ext uri="{BB962C8B-B14F-4D97-AF65-F5344CB8AC3E}">
        <p14:creationId xmlns:p14="http://schemas.microsoft.com/office/powerpoint/2010/main" val="2500386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AEF8B3-2621-279D-2A8E-A29628C4D993}"/>
              </a:ext>
            </a:extLst>
          </p:cNvPr>
          <p:cNvSpPr>
            <a:spLocks noGrp="1"/>
          </p:cNvSpPr>
          <p:nvPr>
            <p:ph idx="1"/>
          </p:nvPr>
        </p:nvSpPr>
        <p:spPr>
          <a:xfrm>
            <a:off x="589280" y="173038"/>
            <a:ext cx="8684895" cy="5868987"/>
          </a:xfrm>
        </p:spPr>
        <p:txBody>
          <a:bodyPr>
            <a:normAutofit fontScale="97500"/>
          </a:bodyPr>
          <a:lstStyle/>
          <a:p>
            <a:r>
              <a:rPr lang="en-US" dirty="0"/>
              <a:t>Replace null </a:t>
            </a:r>
            <a:r>
              <a:rPr lang="en-US" dirty="0" err="1"/>
              <a:t>Traffic_Delay_Min</a:t>
            </a:r>
            <a:r>
              <a:rPr lang="en-US" dirty="0"/>
              <a:t> with the average delay for that route. </a:t>
            </a:r>
          </a:p>
          <a:p>
            <a:endParaRPr lang="en-US" dirty="0"/>
          </a:p>
          <a:p>
            <a:endParaRPr lang="en-US" dirty="0"/>
          </a:p>
          <a:p>
            <a:endParaRPr lang="en-US" dirty="0"/>
          </a:p>
          <a:p>
            <a:endParaRPr lang="en-US" dirty="0"/>
          </a:p>
          <a:p>
            <a:endParaRPr lang="en-US" dirty="0"/>
          </a:p>
          <a:p>
            <a:endParaRPr lang="en-US" dirty="0"/>
          </a:p>
          <a:p>
            <a:endParaRPr lang="en-US" dirty="0"/>
          </a:p>
          <a:p>
            <a:r>
              <a:rPr lang="en-US" dirty="0"/>
              <a:t>No Null Traffic Delay Found.</a:t>
            </a:r>
          </a:p>
        </p:txBody>
      </p:sp>
      <p:pic>
        <p:nvPicPr>
          <p:cNvPr id="7" name="Picture 6">
            <a:extLst>
              <a:ext uri="{FF2B5EF4-FFF2-40B4-BE49-F238E27FC236}">
                <a16:creationId xmlns:a16="http://schemas.microsoft.com/office/drawing/2014/main" id="{4B498D3E-F28F-1E32-05EF-9FBB6A16DE2E}"/>
              </a:ext>
            </a:extLst>
          </p:cNvPr>
          <p:cNvPicPr>
            <a:picLocks noChangeAspect="1"/>
          </p:cNvPicPr>
          <p:nvPr/>
        </p:nvPicPr>
        <p:blipFill>
          <a:blip r:embed="rId2"/>
          <a:stretch>
            <a:fillRect/>
          </a:stretch>
        </p:blipFill>
        <p:spPr>
          <a:xfrm>
            <a:off x="589280" y="815975"/>
            <a:ext cx="6954220" cy="1390844"/>
          </a:xfrm>
          <a:prstGeom prst="rect">
            <a:avLst/>
          </a:prstGeom>
        </p:spPr>
      </p:pic>
      <p:pic>
        <p:nvPicPr>
          <p:cNvPr id="8" name="Picture 7">
            <a:extLst>
              <a:ext uri="{FF2B5EF4-FFF2-40B4-BE49-F238E27FC236}">
                <a16:creationId xmlns:a16="http://schemas.microsoft.com/office/drawing/2014/main" id="{93DE9271-ADA8-D75E-3A59-9E09558CD94D}"/>
              </a:ext>
            </a:extLst>
          </p:cNvPr>
          <p:cNvPicPr>
            <a:picLocks noChangeAspect="1"/>
          </p:cNvPicPr>
          <p:nvPr/>
        </p:nvPicPr>
        <p:blipFill>
          <a:blip r:embed="rId3"/>
          <a:stretch>
            <a:fillRect/>
          </a:stretch>
        </p:blipFill>
        <p:spPr>
          <a:xfrm>
            <a:off x="589280" y="2569721"/>
            <a:ext cx="5943600" cy="560070"/>
          </a:xfrm>
          <a:prstGeom prst="rect">
            <a:avLst/>
          </a:prstGeom>
        </p:spPr>
      </p:pic>
    </p:spTree>
    <p:extLst>
      <p:ext uri="{BB962C8B-B14F-4D97-AF65-F5344CB8AC3E}">
        <p14:creationId xmlns:p14="http://schemas.microsoft.com/office/powerpoint/2010/main" val="1380171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AE559E-FF55-1CD5-7AB8-4F975CE87DDE}"/>
              </a:ext>
            </a:extLst>
          </p:cNvPr>
          <p:cNvSpPr>
            <a:spLocks noGrp="1"/>
          </p:cNvSpPr>
          <p:nvPr>
            <p:ph idx="1"/>
          </p:nvPr>
        </p:nvSpPr>
        <p:spPr>
          <a:xfrm>
            <a:off x="677333" y="405114"/>
            <a:ext cx="8883355" cy="5822065"/>
          </a:xfrm>
        </p:spPr>
        <p:txBody>
          <a:bodyPr/>
          <a:lstStyle/>
          <a:p>
            <a:r>
              <a:rPr lang="en-US" dirty="0"/>
              <a:t> Convert all date columns into YYYY-MM-DD format using SQL functions. </a:t>
            </a:r>
          </a:p>
          <a:p>
            <a:endParaRPr lang="en-US" dirty="0"/>
          </a:p>
          <a:p>
            <a:endParaRPr lang="en-US" dirty="0"/>
          </a:p>
          <a:p>
            <a:endParaRPr lang="en-US" dirty="0"/>
          </a:p>
          <a:p>
            <a:endParaRPr lang="en-US" dirty="0"/>
          </a:p>
          <a:p>
            <a:endParaRPr lang="en-US" dirty="0"/>
          </a:p>
          <a:p>
            <a:pPr marL="0" indent="0">
              <a:buNone/>
            </a:pPr>
            <a:endParaRPr lang="en-US" dirty="0"/>
          </a:p>
          <a:p>
            <a:r>
              <a:rPr lang="en-US" dirty="0"/>
              <a:t> Ensure that no </a:t>
            </a:r>
            <a:r>
              <a:rPr lang="en-US" dirty="0" err="1"/>
              <a:t>Actual_Delivery_Date</a:t>
            </a:r>
            <a:r>
              <a:rPr lang="en-US" dirty="0"/>
              <a:t> is before </a:t>
            </a:r>
            <a:r>
              <a:rPr lang="en-US" dirty="0" err="1"/>
              <a:t>Order_Date</a:t>
            </a:r>
            <a:r>
              <a:rPr lang="en-US" dirty="0"/>
              <a:t> (flag such records).</a:t>
            </a:r>
          </a:p>
          <a:p>
            <a:endParaRPr lang="en-US" dirty="0"/>
          </a:p>
          <a:p>
            <a:endParaRPr lang="en-US" dirty="0"/>
          </a:p>
          <a:p>
            <a:endParaRPr lang="en-US" dirty="0"/>
          </a:p>
          <a:p>
            <a:endParaRPr lang="en-US" dirty="0"/>
          </a:p>
          <a:p>
            <a:pPr marL="0" indent="0">
              <a:buNone/>
            </a:pPr>
            <a:r>
              <a:rPr lang="en-US" dirty="0"/>
              <a:t>  No such record found where delivery date is before order date.</a:t>
            </a:r>
          </a:p>
        </p:txBody>
      </p:sp>
      <p:pic>
        <p:nvPicPr>
          <p:cNvPr id="5" name="Picture 4">
            <a:extLst>
              <a:ext uri="{FF2B5EF4-FFF2-40B4-BE49-F238E27FC236}">
                <a16:creationId xmlns:a16="http://schemas.microsoft.com/office/drawing/2014/main" id="{B246B0D5-4B56-ECF1-DBCB-9CF7B8429FE2}"/>
              </a:ext>
            </a:extLst>
          </p:cNvPr>
          <p:cNvPicPr>
            <a:picLocks noChangeAspect="1"/>
          </p:cNvPicPr>
          <p:nvPr/>
        </p:nvPicPr>
        <p:blipFill>
          <a:blip r:embed="rId2"/>
          <a:stretch>
            <a:fillRect/>
          </a:stretch>
        </p:blipFill>
        <p:spPr>
          <a:xfrm>
            <a:off x="1116386" y="816637"/>
            <a:ext cx="2991267" cy="2076740"/>
          </a:xfrm>
          <a:prstGeom prst="rect">
            <a:avLst/>
          </a:prstGeom>
        </p:spPr>
      </p:pic>
      <p:pic>
        <p:nvPicPr>
          <p:cNvPr id="7" name="Picture 6">
            <a:extLst>
              <a:ext uri="{FF2B5EF4-FFF2-40B4-BE49-F238E27FC236}">
                <a16:creationId xmlns:a16="http://schemas.microsoft.com/office/drawing/2014/main" id="{1086CF7D-CF4B-D855-9601-6D73E4536EC5}"/>
              </a:ext>
            </a:extLst>
          </p:cNvPr>
          <p:cNvPicPr>
            <a:picLocks noChangeAspect="1"/>
          </p:cNvPicPr>
          <p:nvPr/>
        </p:nvPicPr>
        <p:blipFill>
          <a:blip r:embed="rId3"/>
          <a:stretch>
            <a:fillRect/>
          </a:stretch>
        </p:blipFill>
        <p:spPr>
          <a:xfrm>
            <a:off x="5071919" y="1007163"/>
            <a:ext cx="2048161" cy="1695687"/>
          </a:xfrm>
          <a:prstGeom prst="rect">
            <a:avLst/>
          </a:prstGeom>
        </p:spPr>
      </p:pic>
      <p:pic>
        <p:nvPicPr>
          <p:cNvPr id="9" name="Picture 8">
            <a:extLst>
              <a:ext uri="{FF2B5EF4-FFF2-40B4-BE49-F238E27FC236}">
                <a16:creationId xmlns:a16="http://schemas.microsoft.com/office/drawing/2014/main" id="{15D47F81-C1A3-C1A6-67CB-023425FCF2E9}"/>
              </a:ext>
            </a:extLst>
          </p:cNvPr>
          <p:cNvPicPr>
            <a:picLocks noChangeAspect="1"/>
          </p:cNvPicPr>
          <p:nvPr/>
        </p:nvPicPr>
        <p:blipFill>
          <a:blip r:embed="rId4"/>
          <a:stretch>
            <a:fillRect/>
          </a:stretch>
        </p:blipFill>
        <p:spPr>
          <a:xfrm>
            <a:off x="1230800" y="3717198"/>
            <a:ext cx="3086531" cy="562053"/>
          </a:xfrm>
          <a:prstGeom prst="rect">
            <a:avLst/>
          </a:prstGeom>
        </p:spPr>
      </p:pic>
      <p:pic>
        <p:nvPicPr>
          <p:cNvPr id="10" name="Picture 9">
            <a:extLst>
              <a:ext uri="{FF2B5EF4-FFF2-40B4-BE49-F238E27FC236}">
                <a16:creationId xmlns:a16="http://schemas.microsoft.com/office/drawing/2014/main" id="{760985BF-8959-FB94-8514-9A53DF3DEE3C}"/>
              </a:ext>
            </a:extLst>
          </p:cNvPr>
          <p:cNvPicPr>
            <a:picLocks noChangeAspect="1"/>
          </p:cNvPicPr>
          <p:nvPr/>
        </p:nvPicPr>
        <p:blipFill>
          <a:blip r:embed="rId5"/>
          <a:stretch>
            <a:fillRect/>
          </a:stretch>
        </p:blipFill>
        <p:spPr>
          <a:xfrm>
            <a:off x="1230800" y="4491567"/>
            <a:ext cx="5943600" cy="611505"/>
          </a:xfrm>
          <a:prstGeom prst="rect">
            <a:avLst/>
          </a:prstGeom>
        </p:spPr>
      </p:pic>
    </p:spTree>
    <p:extLst>
      <p:ext uri="{BB962C8B-B14F-4D97-AF65-F5344CB8AC3E}">
        <p14:creationId xmlns:p14="http://schemas.microsoft.com/office/powerpoint/2010/main" val="1626094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89B63-E820-8F15-7B48-3838C8F10561}"/>
              </a:ext>
            </a:extLst>
          </p:cNvPr>
          <p:cNvSpPr>
            <a:spLocks noGrp="1"/>
          </p:cNvSpPr>
          <p:nvPr>
            <p:ph type="title"/>
          </p:nvPr>
        </p:nvSpPr>
        <p:spPr>
          <a:xfrm>
            <a:off x="677334" y="243840"/>
            <a:ext cx="8596668" cy="843280"/>
          </a:xfrm>
        </p:spPr>
        <p:txBody>
          <a:bodyPr/>
          <a:lstStyle/>
          <a:p>
            <a:pPr algn="ctr"/>
            <a:r>
              <a:rPr lang="en-US" dirty="0">
                <a:effectLst>
                  <a:outerShdw blurRad="38100" dist="38100" dir="2700000" algn="tl">
                    <a:srgbClr val="000000">
                      <a:alpha val="43137"/>
                    </a:srgbClr>
                  </a:outerShdw>
                </a:effectLst>
              </a:rPr>
              <a:t>Delivery Delay Analysis</a:t>
            </a:r>
          </a:p>
        </p:txBody>
      </p:sp>
      <p:sp>
        <p:nvSpPr>
          <p:cNvPr id="3" name="Content Placeholder 2">
            <a:extLst>
              <a:ext uri="{FF2B5EF4-FFF2-40B4-BE49-F238E27FC236}">
                <a16:creationId xmlns:a16="http://schemas.microsoft.com/office/drawing/2014/main" id="{18B63DEC-38C2-6A4A-0D2C-24BB7EF4A54B}"/>
              </a:ext>
            </a:extLst>
          </p:cNvPr>
          <p:cNvSpPr>
            <a:spLocks noGrp="1"/>
          </p:cNvSpPr>
          <p:nvPr>
            <p:ph idx="1"/>
          </p:nvPr>
        </p:nvSpPr>
        <p:spPr>
          <a:xfrm>
            <a:off x="677334" y="944880"/>
            <a:ext cx="8596668" cy="5486399"/>
          </a:xfrm>
        </p:spPr>
        <p:txBody>
          <a:bodyPr/>
          <a:lstStyle/>
          <a:p>
            <a:r>
              <a:rPr lang="en-US" dirty="0"/>
              <a:t>Calculate delivery delay (in days) for each order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p>
        </p:txBody>
      </p:sp>
      <p:pic>
        <p:nvPicPr>
          <p:cNvPr id="5" name="Picture 4">
            <a:extLst>
              <a:ext uri="{FF2B5EF4-FFF2-40B4-BE49-F238E27FC236}">
                <a16:creationId xmlns:a16="http://schemas.microsoft.com/office/drawing/2014/main" id="{44C3A3CC-40E0-0675-DD1E-E951F5F7C667}"/>
              </a:ext>
            </a:extLst>
          </p:cNvPr>
          <p:cNvPicPr>
            <a:picLocks noChangeAspect="1"/>
          </p:cNvPicPr>
          <p:nvPr/>
        </p:nvPicPr>
        <p:blipFill>
          <a:blip r:embed="rId2"/>
          <a:stretch>
            <a:fillRect/>
          </a:stretch>
        </p:blipFill>
        <p:spPr>
          <a:xfrm>
            <a:off x="677334" y="1473791"/>
            <a:ext cx="6525536" cy="314369"/>
          </a:xfrm>
          <a:prstGeom prst="rect">
            <a:avLst/>
          </a:prstGeom>
        </p:spPr>
      </p:pic>
      <p:pic>
        <p:nvPicPr>
          <p:cNvPr id="6" name="Picture 5">
            <a:extLst>
              <a:ext uri="{FF2B5EF4-FFF2-40B4-BE49-F238E27FC236}">
                <a16:creationId xmlns:a16="http://schemas.microsoft.com/office/drawing/2014/main" id="{04F111DF-097F-5063-6C3F-7E8A32E4DC52}"/>
              </a:ext>
            </a:extLst>
          </p:cNvPr>
          <p:cNvPicPr>
            <a:picLocks noChangeAspect="1"/>
          </p:cNvPicPr>
          <p:nvPr/>
        </p:nvPicPr>
        <p:blipFill>
          <a:blip r:embed="rId3"/>
          <a:stretch>
            <a:fillRect/>
          </a:stretch>
        </p:blipFill>
        <p:spPr>
          <a:xfrm>
            <a:off x="1544320" y="2255836"/>
            <a:ext cx="7475682" cy="3006727"/>
          </a:xfrm>
          <a:prstGeom prst="rect">
            <a:avLst/>
          </a:prstGeom>
        </p:spPr>
      </p:pic>
    </p:spTree>
    <p:extLst>
      <p:ext uri="{BB962C8B-B14F-4D97-AF65-F5344CB8AC3E}">
        <p14:creationId xmlns:p14="http://schemas.microsoft.com/office/powerpoint/2010/main" val="1302397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C5FB65-DA39-0E56-074C-448069DB1900}"/>
              </a:ext>
            </a:extLst>
          </p:cNvPr>
          <p:cNvSpPr>
            <a:spLocks noGrp="1"/>
          </p:cNvSpPr>
          <p:nvPr>
            <p:ph idx="1"/>
          </p:nvPr>
        </p:nvSpPr>
        <p:spPr>
          <a:xfrm>
            <a:off x="365760" y="314961"/>
            <a:ext cx="9326880" cy="5726402"/>
          </a:xfrm>
        </p:spPr>
        <p:txBody>
          <a:bodyPr/>
          <a:lstStyle/>
          <a:p>
            <a:r>
              <a:rPr lang="en-US" dirty="0"/>
              <a:t>Find Top 10 delayed routes based on average delay days. </a:t>
            </a:r>
          </a:p>
          <a:p>
            <a:endParaRPr lang="en-US" dirty="0"/>
          </a:p>
          <a:p>
            <a:endParaRPr lang="en-US" dirty="0"/>
          </a:p>
          <a:p>
            <a:endParaRPr lang="en-US" dirty="0"/>
          </a:p>
          <a:p>
            <a:endParaRPr lang="en-US" dirty="0"/>
          </a:p>
          <a:p>
            <a:endParaRPr lang="en-US" dirty="0"/>
          </a:p>
          <a:p>
            <a:r>
              <a:rPr lang="en-US" dirty="0"/>
              <a:t>Use window functions to rank all orders by delay within each warehouse.</a:t>
            </a:r>
          </a:p>
          <a:p>
            <a:endParaRPr lang="en-US" dirty="0"/>
          </a:p>
        </p:txBody>
      </p:sp>
      <p:pic>
        <p:nvPicPr>
          <p:cNvPr id="5" name="Picture 4">
            <a:extLst>
              <a:ext uri="{FF2B5EF4-FFF2-40B4-BE49-F238E27FC236}">
                <a16:creationId xmlns:a16="http://schemas.microsoft.com/office/drawing/2014/main" id="{D6BA54EF-8289-8BAD-BDBC-2B016AD0961B}"/>
              </a:ext>
            </a:extLst>
          </p:cNvPr>
          <p:cNvPicPr>
            <a:picLocks noChangeAspect="1"/>
          </p:cNvPicPr>
          <p:nvPr/>
        </p:nvPicPr>
        <p:blipFill>
          <a:blip r:embed="rId2"/>
          <a:stretch>
            <a:fillRect/>
          </a:stretch>
        </p:blipFill>
        <p:spPr>
          <a:xfrm>
            <a:off x="630655" y="816637"/>
            <a:ext cx="7659169" cy="895475"/>
          </a:xfrm>
          <a:prstGeom prst="rect">
            <a:avLst/>
          </a:prstGeom>
        </p:spPr>
      </p:pic>
      <p:pic>
        <p:nvPicPr>
          <p:cNvPr id="6" name="Picture 5">
            <a:extLst>
              <a:ext uri="{FF2B5EF4-FFF2-40B4-BE49-F238E27FC236}">
                <a16:creationId xmlns:a16="http://schemas.microsoft.com/office/drawing/2014/main" id="{BB88CD23-BFB5-2FE2-8CD9-4D2F3D56A7AB}"/>
              </a:ext>
            </a:extLst>
          </p:cNvPr>
          <p:cNvPicPr>
            <a:picLocks noChangeAspect="1"/>
          </p:cNvPicPr>
          <p:nvPr/>
        </p:nvPicPr>
        <p:blipFill>
          <a:blip r:embed="rId3"/>
          <a:stretch>
            <a:fillRect/>
          </a:stretch>
        </p:blipFill>
        <p:spPr>
          <a:xfrm>
            <a:off x="9120922" y="314961"/>
            <a:ext cx="2181225" cy="2638425"/>
          </a:xfrm>
          <a:prstGeom prst="rect">
            <a:avLst/>
          </a:prstGeom>
        </p:spPr>
      </p:pic>
      <p:pic>
        <p:nvPicPr>
          <p:cNvPr id="8" name="Picture 7">
            <a:extLst>
              <a:ext uri="{FF2B5EF4-FFF2-40B4-BE49-F238E27FC236}">
                <a16:creationId xmlns:a16="http://schemas.microsoft.com/office/drawing/2014/main" id="{02588618-C98A-6645-870C-B02F4246A998}"/>
              </a:ext>
            </a:extLst>
          </p:cNvPr>
          <p:cNvPicPr>
            <a:picLocks noChangeAspect="1"/>
          </p:cNvPicPr>
          <p:nvPr/>
        </p:nvPicPr>
        <p:blipFill>
          <a:blip r:embed="rId4"/>
          <a:stretch>
            <a:fillRect/>
          </a:stretch>
        </p:blipFill>
        <p:spPr>
          <a:xfrm>
            <a:off x="630655" y="3364660"/>
            <a:ext cx="8021931" cy="762106"/>
          </a:xfrm>
          <a:prstGeom prst="rect">
            <a:avLst/>
          </a:prstGeom>
        </p:spPr>
      </p:pic>
      <p:pic>
        <p:nvPicPr>
          <p:cNvPr id="9" name="Picture 8">
            <a:extLst>
              <a:ext uri="{FF2B5EF4-FFF2-40B4-BE49-F238E27FC236}">
                <a16:creationId xmlns:a16="http://schemas.microsoft.com/office/drawing/2014/main" id="{A2DF6D8E-4F51-1FB6-A863-F3FF8375CB58}"/>
              </a:ext>
            </a:extLst>
          </p:cNvPr>
          <p:cNvPicPr>
            <a:picLocks noChangeAspect="1"/>
          </p:cNvPicPr>
          <p:nvPr/>
        </p:nvPicPr>
        <p:blipFill>
          <a:blip r:embed="rId5"/>
          <a:stretch>
            <a:fillRect/>
          </a:stretch>
        </p:blipFill>
        <p:spPr>
          <a:xfrm>
            <a:off x="8917481" y="3283380"/>
            <a:ext cx="3146206" cy="3428365"/>
          </a:xfrm>
          <a:prstGeom prst="rect">
            <a:avLst/>
          </a:prstGeom>
        </p:spPr>
      </p:pic>
    </p:spTree>
    <p:extLst>
      <p:ext uri="{BB962C8B-B14F-4D97-AF65-F5344CB8AC3E}">
        <p14:creationId xmlns:p14="http://schemas.microsoft.com/office/powerpoint/2010/main" val="1719677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7B572-3D0C-AA01-0F19-09A85BFAEAB2}"/>
              </a:ext>
            </a:extLst>
          </p:cNvPr>
          <p:cNvSpPr>
            <a:spLocks noGrp="1"/>
          </p:cNvSpPr>
          <p:nvPr>
            <p:ph type="title"/>
          </p:nvPr>
        </p:nvSpPr>
        <p:spPr>
          <a:xfrm>
            <a:off x="677334" y="132080"/>
            <a:ext cx="8596668" cy="863600"/>
          </a:xfrm>
        </p:spPr>
        <p:txBody>
          <a:bodyPr/>
          <a:lstStyle/>
          <a:p>
            <a:pPr algn="ctr"/>
            <a:r>
              <a:rPr lang="en-US" b="1" dirty="0">
                <a:effectLst>
                  <a:outerShdw blurRad="38100" dist="38100" dir="2700000" algn="tl">
                    <a:srgbClr val="000000">
                      <a:alpha val="43137"/>
                    </a:srgbClr>
                  </a:outerShdw>
                </a:effectLst>
              </a:rPr>
              <a:t>Route Optimization Insights</a:t>
            </a:r>
          </a:p>
        </p:txBody>
      </p:sp>
      <p:sp>
        <p:nvSpPr>
          <p:cNvPr id="3" name="Content Placeholder 2">
            <a:extLst>
              <a:ext uri="{FF2B5EF4-FFF2-40B4-BE49-F238E27FC236}">
                <a16:creationId xmlns:a16="http://schemas.microsoft.com/office/drawing/2014/main" id="{02DB600B-7898-D1FD-069B-369A7216822B}"/>
              </a:ext>
            </a:extLst>
          </p:cNvPr>
          <p:cNvSpPr>
            <a:spLocks noGrp="1"/>
          </p:cNvSpPr>
          <p:nvPr>
            <p:ph idx="1"/>
          </p:nvPr>
        </p:nvSpPr>
        <p:spPr>
          <a:xfrm>
            <a:off x="677334" y="995680"/>
            <a:ext cx="10976186" cy="5577839"/>
          </a:xfrm>
        </p:spPr>
        <p:txBody>
          <a:bodyPr/>
          <a:lstStyle/>
          <a:p>
            <a:r>
              <a:rPr lang="en-US" dirty="0"/>
              <a:t>For each route, calculate:</a:t>
            </a:r>
          </a:p>
          <a:p>
            <a:pPr marL="0" indent="0">
              <a:buNone/>
            </a:pPr>
            <a:r>
              <a:rPr lang="en-US" dirty="0"/>
              <a:t> ○ Average delivery time (in days).      ○ Average traffic delay.    ○ Distance-to-time efficiency ratio</a:t>
            </a:r>
          </a:p>
        </p:txBody>
      </p:sp>
      <p:pic>
        <p:nvPicPr>
          <p:cNvPr id="6" name="Picture 5">
            <a:extLst>
              <a:ext uri="{FF2B5EF4-FFF2-40B4-BE49-F238E27FC236}">
                <a16:creationId xmlns:a16="http://schemas.microsoft.com/office/drawing/2014/main" id="{3521B0E7-8DEE-21A7-2A37-469D79F563BD}"/>
              </a:ext>
            </a:extLst>
          </p:cNvPr>
          <p:cNvPicPr>
            <a:picLocks noChangeAspect="1"/>
          </p:cNvPicPr>
          <p:nvPr/>
        </p:nvPicPr>
        <p:blipFill>
          <a:blip r:embed="rId2"/>
          <a:stretch>
            <a:fillRect/>
          </a:stretch>
        </p:blipFill>
        <p:spPr>
          <a:xfrm>
            <a:off x="1620632" y="2874834"/>
            <a:ext cx="7487695" cy="1819529"/>
          </a:xfrm>
          <a:prstGeom prst="rect">
            <a:avLst/>
          </a:prstGeom>
        </p:spPr>
      </p:pic>
    </p:spTree>
    <p:extLst>
      <p:ext uri="{BB962C8B-B14F-4D97-AF65-F5344CB8AC3E}">
        <p14:creationId xmlns:p14="http://schemas.microsoft.com/office/powerpoint/2010/main" val="19275740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E94153-682D-492C-EB9F-A9E160AB9E81}"/>
              </a:ext>
            </a:extLst>
          </p:cNvPr>
          <p:cNvPicPr>
            <a:picLocks noChangeAspect="1"/>
          </p:cNvPicPr>
          <p:nvPr/>
        </p:nvPicPr>
        <p:blipFill>
          <a:blip r:embed="rId2"/>
          <a:stretch>
            <a:fillRect/>
          </a:stretch>
        </p:blipFill>
        <p:spPr>
          <a:xfrm>
            <a:off x="681990" y="1051560"/>
            <a:ext cx="1785620" cy="3657600"/>
          </a:xfrm>
          <a:prstGeom prst="rect">
            <a:avLst/>
          </a:prstGeom>
        </p:spPr>
      </p:pic>
      <p:pic>
        <p:nvPicPr>
          <p:cNvPr id="8" name="Picture 7">
            <a:extLst>
              <a:ext uri="{FF2B5EF4-FFF2-40B4-BE49-F238E27FC236}">
                <a16:creationId xmlns:a16="http://schemas.microsoft.com/office/drawing/2014/main" id="{6A51E682-8D5E-ECB3-AC47-0CF68B6E9DB6}"/>
              </a:ext>
            </a:extLst>
          </p:cNvPr>
          <p:cNvPicPr>
            <a:picLocks noChangeAspect="1"/>
          </p:cNvPicPr>
          <p:nvPr/>
        </p:nvPicPr>
        <p:blipFill>
          <a:blip r:embed="rId3"/>
          <a:stretch>
            <a:fillRect/>
          </a:stretch>
        </p:blipFill>
        <p:spPr>
          <a:xfrm>
            <a:off x="3947160" y="1051560"/>
            <a:ext cx="1940560" cy="3743325"/>
          </a:xfrm>
          <a:prstGeom prst="rect">
            <a:avLst/>
          </a:prstGeom>
        </p:spPr>
      </p:pic>
      <p:pic>
        <p:nvPicPr>
          <p:cNvPr id="9" name="Picture 8">
            <a:extLst>
              <a:ext uri="{FF2B5EF4-FFF2-40B4-BE49-F238E27FC236}">
                <a16:creationId xmlns:a16="http://schemas.microsoft.com/office/drawing/2014/main" id="{4F559ACA-38D6-E13C-EF0B-81B0F3E595D2}"/>
              </a:ext>
            </a:extLst>
          </p:cNvPr>
          <p:cNvPicPr>
            <a:picLocks noChangeAspect="1"/>
          </p:cNvPicPr>
          <p:nvPr/>
        </p:nvPicPr>
        <p:blipFill>
          <a:blip r:embed="rId4"/>
          <a:stretch>
            <a:fillRect/>
          </a:stretch>
        </p:blipFill>
        <p:spPr>
          <a:xfrm>
            <a:off x="6903720" y="923289"/>
            <a:ext cx="1940560" cy="3999865"/>
          </a:xfrm>
          <a:prstGeom prst="rect">
            <a:avLst/>
          </a:prstGeom>
        </p:spPr>
      </p:pic>
    </p:spTree>
    <p:extLst>
      <p:ext uri="{BB962C8B-B14F-4D97-AF65-F5344CB8AC3E}">
        <p14:creationId xmlns:p14="http://schemas.microsoft.com/office/powerpoint/2010/main" val="3364681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8A845C-4AE2-1BCE-5630-E7AFEFB9E719}"/>
              </a:ext>
            </a:extLst>
          </p:cNvPr>
          <p:cNvSpPr>
            <a:spLocks noGrp="1"/>
          </p:cNvSpPr>
          <p:nvPr>
            <p:ph idx="1"/>
          </p:nvPr>
        </p:nvSpPr>
        <p:spPr>
          <a:xfrm>
            <a:off x="694424" y="683665"/>
            <a:ext cx="10791123" cy="5494944"/>
          </a:xfrm>
        </p:spPr>
        <p:txBody>
          <a:bodyPr/>
          <a:lstStyle/>
          <a:p>
            <a:r>
              <a:rPr lang="en-US" dirty="0"/>
              <a:t>Identify 3 routes with the worst efficiency ratio.</a:t>
            </a:r>
          </a:p>
          <a:p>
            <a:endParaRPr lang="en-US" dirty="0"/>
          </a:p>
          <a:p>
            <a:endParaRPr lang="en-US" dirty="0"/>
          </a:p>
          <a:p>
            <a:endParaRPr lang="en-US" dirty="0"/>
          </a:p>
          <a:p>
            <a:endParaRPr lang="en-US" dirty="0"/>
          </a:p>
          <a:p>
            <a:r>
              <a:rPr lang="en-US" dirty="0"/>
              <a:t>    Find routes with &gt;20% delayed shipments.</a:t>
            </a:r>
          </a:p>
          <a:p>
            <a:endParaRPr lang="en-US" dirty="0"/>
          </a:p>
          <a:p>
            <a:pPr marL="0" indent="0">
              <a:buNone/>
            </a:pPr>
            <a:endParaRPr lang="en-US" dirty="0"/>
          </a:p>
        </p:txBody>
      </p:sp>
      <p:pic>
        <p:nvPicPr>
          <p:cNvPr id="6" name="Picture 5">
            <a:extLst>
              <a:ext uri="{FF2B5EF4-FFF2-40B4-BE49-F238E27FC236}">
                <a16:creationId xmlns:a16="http://schemas.microsoft.com/office/drawing/2014/main" id="{E81867E3-AA0E-BAA4-D734-8F72725B1CAA}"/>
              </a:ext>
            </a:extLst>
          </p:cNvPr>
          <p:cNvPicPr>
            <a:picLocks noChangeAspect="1"/>
          </p:cNvPicPr>
          <p:nvPr/>
        </p:nvPicPr>
        <p:blipFill>
          <a:blip r:embed="rId2"/>
          <a:stretch>
            <a:fillRect/>
          </a:stretch>
        </p:blipFill>
        <p:spPr>
          <a:xfrm>
            <a:off x="6089985" y="2964410"/>
            <a:ext cx="3648710" cy="3209925"/>
          </a:xfrm>
          <a:prstGeom prst="rect">
            <a:avLst/>
          </a:prstGeom>
        </p:spPr>
      </p:pic>
      <p:pic>
        <p:nvPicPr>
          <p:cNvPr id="7" name="Picture 6">
            <a:extLst>
              <a:ext uri="{FF2B5EF4-FFF2-40B4-BE49-F238E27FC236}">
                <a16:creationId xmlns:a16="http://schemas.microsoft.com/office/drawing/2014/main" id="{54A83DDD-1496-BB9E-B4C5-ED2F9C9F4130}"/>
              </a:ext>
            </a:extLst>
          </p:cNvPr>
          <p:cNvPicPr>
            <a:picLocks noChangeAspect="1"/>
          </p:cNvPicPr>
          <p:nvPr/>
        </p:nvPicPr>
        <p:blipFill>
          <a:blip r:embed="rId3"/>
          <a:stretch>
            <a:fillRect/>
          </a:stretch>
        </p:blipFill>
        <p:spPr>
          <a:xfrm>
            <a:off x="7373498" y="1186260"/>
            <a:ext cx="1952625" cy="1104900"/>
          </a:xfrm>
          <a:prstGeom prst="rect">
            <a:avLst/>
          </a:prstGeom>
        </p:spPr>
      </p:pic>
      <p:pic>
        <p:nvPicPr>
          <p:cNvPr id="4" name="Picture 3">
            <a:extLst>
              <a:ext uri="{FF2B5EF4-FFF2-40B4-BE49-F238E27FC236}">
                <a16:creationId xmlns:a16="http://schemas.microsoft.com/office/drawing/2014/main" id="{1BCB1B72-EE52-81A4-250B-E8BEB3297053}"/>
              </a:ext>
            </a:extLst>
          </p:cNvPr>
          <p:cNvPicPr>
            <a:picLocks noChangeAspect="1"/>
          </p:cNvPicPr>
          <p:nvPr/>
        </p:nvPicPr>
        <p:blipFill>
          <a:blip r:embed="rId4"/>
          <a:stretch>
            <a:fillRect/>
          </a:stretch>
        </p:blipFill>
        <p:spPr>
          <a:xfrm>
            <a:off x="694424" y="1557633"/>
            <a:ext cx="6306430" cy="733527"/>
          </a:xfrm>
          <a:prstGeom prst="rect">
            <a:avLst/>
          </a:prstGeom>
        </p:spPr>
      </p:pic>
      <p:pic>
        <p:nvPicPr>
          <p:cNvPr id="10" name="Picture 9">
            <a:extLst>
              <a:ext uri="{FF2B5EF4-FFF2-40B4-BE49-F238E27FC236}">
                <a16:creationId xmlns:a16="http://schemas.microsoft.com/office/drawing/2014/main" id="{1E93F94D-7D24-BA85-FB93-9C8D3EE016A8}"/>
              </a:ext>
            </a:extLst>
          </p:cNvPr>
          <p:cNvPicPr>
            <a:picLocks noChangeAspect="1"/>
          </p:cNvPicPr>
          <p:nvPr/>
        </p:nvPicPr>
        <p:blipFill>
          <a:blip r:embed="rId5"/>
          <a:stretch>
            <a:fillRect/>
          </a:stretch>
        </p:blipFill>
        <p:spPr>
          <a:xfrm>
            <a:off x="1686653" y="3484880"/>
            <a:ext cx="3210373" cy="2457793"/>
          </a:xfrm>
          <a:prstGeom prst="rect">
            <a:avLst/>
          </a:prstGeom>
        </p:spPr>
      </p:pic>
    </p:spTree>
    <p:extLst>
      <p:ext uri="{BB962C8B-B14F-4D97-AF65-F5344CB8AC3E}">
        <p14:creationId xmlns:p14="http://schemas.microsoft.com/office/powerpoint/2010/main" val="3991194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C95E86-5D1E-BE8D-F97B-1ACB203021D7}"/>
              </a:ext>
            </a:extLst>
          </p:cNvPr>
          <p:cNvSpPr>
            <a:spLocks noGrp="1"/>
          </p:cNvSpPr>
          <p:nvPr>
            <p:ph idx="1"/>
          </p:nvPr>
        </p:nvSpPr>
        <p:spPr>
          <a:xfrm>
            <a:off x="677334" y="658027"/>
            <a:ext cx="8596668" cy="5383336"/>
          </a:xfrm>
        </p:spPr>
        <p:txBody>
          <a:bodyPr/>
          <a:lstStyle/>
          <a:p>
            <a:r>
              <a:rPr lang="en-US" dirty="0"/>
              <a:t> Recommend potential routes for optimization.</a:t>
            </a:r>
          </a:p>
        </p:txBody>
      </p:sp>
      <p:graphicFrame>
        <p:nvGraphicFramePr>
          <p:cNvPr id="4" name="Table 3">
            <a:extLst>
              <a:ext uri="{FF2B5EF4-FFF2-40B4-BE49-F238E27FC236}">
                <a16:creationId xmlns:a16="http://schemas.microsoft.com/office/drawing/2014/main" id="{2EC35F5A-2E0F-79CA-C33C-1BC283248D51}"/>
              </a:ext>
            </a:extLst>
          </p:cNvPr>
          <p:cNvGraphicFramePr>
            <a:graphicFrameLocks noGrp="1"/>
          </p:cNvGraphicFramePr>
          <p:nvPr>
            <p:extLst>
              <p:ext uri="{D42A27DB-BD31-4B8C-83A1-F6EECF244321}">
                <p14:modId xmlns:p14="http://schemas.microsoft.com/office/powerpoint/2010/main" val="1136908546"/>
              </p:ext>
            </p:extLst>
          </p:nvPr>
        </p:nvGraphicFramePr>
        <p:xfrm>
          <a:off x="806050" y="1627014"/>
          <a:ext cx="8596313" cy="2316480"/>
        </p:xfrm>
        <a:graphic>
          <a:graphicData uri="http://schemas.openxmlformats.org/drawingml/2006/table">
            <a:tbl>
              <a:tblPr/>
              <a:tblGrid>
                <a:gridCol w="2203562">
                  <a:extLst>
                    <a:ext uri="{9D8B030D-6E8A-4147-A177-3AD203B41FA5}">
                      <a16:colId xmlns:a16="http://schemas.microsoft.com/office/drawing/2014/main" val="3543662401"/>
                    </a:ext>
                  </a:extLst>
                </a:gridCol>
                <a:gridCol w="2203562">
                  <a:extLst>
                    <a:ext uri="{9D8B030D-6E8A-4147-A177-3AD203B41FA5}">
                      <a16:colId xmlns:a16="http://schemas.microsoft.com/office/drawing/2014/main" val="3771232509"/>
                    </a:ext>
                  </a:extLst>
                </a:gridCol>
                <a:gridCol w="2203562">
                  <a:extLst>
                    <a:ext uri="{9D8B030D-6E8A-4147-A177-3AD203B41FA5}">
                      <a16:colId xmlns:a16="http://schemas.microsoft.com/office/drawing/2014/main" val="3562746577"/>
                    </a:ext>
                  </a:extLst>
                </a:gridCol>
                <a:gridCol w="1985627">
                  <a:extLst>
                    <a:ext uri="{9D8B030D-6E8A-4147-A177-3AD203B41FA5}">
                      <a16:colId xmlns:a16="http://schemas.microsoft.com/office/drawing/2014/main" val="1632113838"/>
                    </a:ext>
                  </a:extLst>
                </a:gridCol>
              </a:tblGrid>
              <a:tr h="579120">
                <a:tc>
                  <a:txBody>
                    <a:bodyPr/>
                    <a:lstStyle/>
                    <a:p>
                      <a:pPr rtl="0">
                        <a:buNone/>
                      </a:pPr>
                      <a:r>
                        <a:rPr lang="en-US" sz="1800" b="1">
                          <a:solidFill>
                            <a:srgbClr val="1F1F1F"/>
                          </a:solidFill>
                          <a:effectLst/>
                          <a:latin typeface="Google Sans Text"/>
                        </a:rPr>
                        <a:t>Route ID</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Total Shipments</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Delay %</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Priority Level</a:t>
                      </a:r>
                      <a:endParaRPr lang="en-US" sz="1800">
                        <a:solidFill>
                          <a:srgbClr val="1F1F1F"/>
                        </a:solidFill>
                        <a:effectLst/>
                        <a:latin typeface="Google Sans Text"/>
                      </a:endParaRP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14442960"/>
                  </a:ext>
                </a:extLst>
              </a:tr>
              <a:tr h="579120">
                <a:tc>
                  <a:txBody>
                    <a:bodyPr/>
                    <a:lstStyle/>
                    <a:p>
                      <a:pPr rtl="0">
                        <a:buNone/>
                      </a:pPr>
                      <a:r>
                        <a:rPr lang="en-US" sz="1800" b="1">
                          <a:solidFill>
                            <a:srgbClr val="1F1F1F"/>
                          </a:solidFill>
                          <a:effectLst/>
                          <a:latin typeface="Google Sans Text"/>
                        </a:rPr>
                        <a:t>R020</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Google Sans Text"/>
                        </a:rPr>
                        <a:t>17</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70.59%</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Critical</a:t>
                      </a:r>
                      <a:endParaRPr lang="en-US" sz="1800">
                        <a:solidFill>
                          <a:srgbClr val="1F1F1F"/>
                        </a:solidFill>
                        <a:effectLst/>
                        <a:latin typeface="Google Sans Text"/>
                      </a:endParaRP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70731197"/>
                  </a:ext>
                </a:extLst>
              </a:tr>
              <a:tr h="579120">
                <a:tc>
                  <a:txBody>
                    <a:bodyPr/>
                    <a:lstStyle/>
                    <a:p>
                      <a:pPr rtl="0">
                        <a:buNone/>
                      </a:pPr>
                      <a:r>
                        <a:rPr lang="en-US" sz="1800" b="1">
                          <a:solidFill>
                            <a:srgbClr val="1F1F1F"/>
                          </a:solidFill>
                          <a:effectLst/>
                          <a:latin typeface="Google Sans Text"/>
                        </a:rPr>
                        <a:t>R012</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Google Sans Text"/>
                        </a:rPr>
                        <a:t>12</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66.67%</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Critical</a:t>
                      </a:r>
                      <a:endParaRPr lang="en-US" sz="1800">
                        <a:solidFill>
                          <a:srgbClr val="1F1F1F"/>
                        </a:solidFill>
                        <a:effectLst/>
                        <a:latin typeface="Google Sans Text"/>
                      </a:endParaRP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49414065"/>
                  </a:ext>
                </a:extLst>
              </a:tr>
              <a:tr h="579120">
                <a:tc>
                  <a:txBody>
                    <a:bodyPr/>
                    <a:lstStyle/>
                    <a:p>
                      <a:pPr rtl="0">
                        <a:buNone/>
                      </a:pPr>
                      <a:r>
                        <a:rPr lang="en-US" sz="1800" b="1">
                          <a:solidFill>
                            <a:srgbClr val="1F1F1F"/>
                          </a:solidFill>
                          <a:effectLst/>
                          <a:latin typeface="Google Sans Text"/>
                        </a:rPr>
                        <a:t>R017</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a:solidFill>
                            <a:srgbClr val="1F1F1F"/>
                          </a:solidFill>
                          <a:effectLst/>
                          <a:latin typeface="Google Sans Text"/>
                        </a:rPr>
                        <a:t>14</a:t>
                      </a: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a:solidFill>
                            <a:srgbClr val="1F1F1F"/>
                          </a:solidFill>
                          <a:effectLst/>
                          <a:latin typeface="Google Sans Text"/>
                        </a:rPr>
                        <a:t>57.14%</a:t>
                      </a:r>
                      <a:endParaRPr lang="en-US" sz="1800">
                        <a:solidFill>
                          <a:srgbClr val="1F1F1F"/>
                        </a:solidFill>
                        <a:effectLst/>
                        <a:latin typeface="Google Sans Text"/>
                      </a:endParaRPr>
                    </a:p>
                  </a:txBody>
                  <a:tcPr marR="114300"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800" b="1" dirty="0">
                          <a:solidFill>
                            <a:srgbClr val="1F1F1F"/>
                          </a:solidFill>
                          <a:effectLst/>
                          <a:latin typeface="Google Sans Text"/>
                        </a:rPr>
                        <a:t>High</a:t>
                      </a:r>
                      <a:endParaRPr lang="en-US" sz="1800" dirty="0">
                        <a:solidFill>
                          <a:srgbClr val="1F1F1F"/>
                        </a:solidFill>
                        <a:effectLst/>
                        <a:latin typeface="Google Sans Text"/>
                      </a:endParaRPr>
                    </a:p>
                  </a:txBody>
                  <a:tcPr marT="152400" marB="1524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471336023"/>
                  </a:ext>
                </a:extLst>
              </a:tr>
            </a:tbl>
          </a:graphicData>
        </a:graphic>
      </p:graphicFrame>
    </p:spTree>
    <p:extLst>
      <p:ext uri="{BB962C8B-B14F-4D97-AF65-F5344CB8AC3E}">
        <p14:creationId xmlns:p14="http://schemas.microsoft.com/office/powerpoint/2010/main" val="3248613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A0005-2CC8-DF2C-784D-8E337D904240}"/>
              </a:ext>
            </a:extLst>
          </p:cNvPr>
          <p:cNvSpPr>
            <a:spLocks noGrp="1"/>
          </p:cNvSpPr>
          <p:nvPr>
            <p:ph type="title"/>
          </p:nvPr>
        </p:nvSpPr>
        <p:spPr>
          <a:xfrm>
            <a:off x="677334" y="418744"/>
            <a:ext cx="8596668" cy="752030"/>
          </a:xfrm>
        </p:spPr>
        <p:txBody>
          <a:bodyPr/>
          <a:lstStyle/>
          <a:p>
            <a:pPr algn="ctr"/>
            <a:r>
              <a:rPr lang="en-US" b="1" dirty="0">
                <a:effectLst>
                  <a:outerShdw blurRad="38100" dist="38100" dir="2700000" algn="tl">
                    <a:srgbClr val="000000">
                      <a:alpha val="43137"/>
                    </a:srgbClr>
                  </a:outerShdw>
                </a:effectLst>
              </a:rPr>
              <a:t>Warehouse Performance</a:t>
            </a:r>
          </a:p>
        </p:txBody>
      </p:sp>
      <p:sp>
        <p:nvSpPr>
          <p:cNvPr id="3" name="Content Placeholder 2">
            <a:extLst>
              <a:ext uri="{FF2B5EF4-FFF2-40B4-BE49-F238E27FC236}">
                <a16:creationId xmlns:a16="http://schemas.microsoft.com/office/drawing/2014/main" id="{87B5E89E-9869-A381-244A-BBB44F1C3876}"/>
              </a:ext>
            </a:extLst>
          </p:cNvPr>
          <p:cNvSpPr>
            <a:spLocks noGrp="1"/>
          </p:cNvSpPr>
          <p:nvPr>
            <p:ph idx="1"/>
          </p:nvPr>
        </p:nvSpPr>
        <p:spPr>
          <a:xfrm>
            <a:off x="677333" y="1059679"/>
            <a:ext cx="9175967" cy="4981683"/>
          </a:xfrm>
        </p:spPr>
        <p:txBody>
          <a:bodyPr/>
          <a:lstStyle/>
          <a:p>
            <a:r>
              <a:rPr lang="en-US" dirty="0"/>
              <a:t>Find the top 3 warehouses with the highest average processing time.</a:t>
            </a:r>
          </a:p>
          <a:p>
            <a:endParaRPr lang="en-US" dirty="0"/>
          </a:p>
          <a:p>
            <a:endParaRPr lang="en-US" dirty="0"/>
          </a:p>
          <a:p>
            <a:endParaRPr lang="en-US" dirty="0"/>
          </a:p>
          <a:p>
            <a:r>
              <a:rPr lang="en-US" dirty="0"/>
              <a:t> ● Calculate total vs. delayed shipments for each warehouse. </a:t>
            </a:r>
          </a:p>
          <a:p>
            <a:endParaRPr lang="en-US" dirty="0"/>
          </a:p>
          <a:p>
            <a:endParaRPr lang="en-US" dirty="0"/>
          </a:p>
          <a:p>
            <a:endParaRPr lang="en-US" dirty="0"/>
          </a:p>
          <a:p>
            <a:pPr marL="0" indent="0">
              <a:buNone/>
            </a:pPr>
            <a:endParaRPr lang="en-US" dirty="0"/>
          </a:p>
        </p:txBody>
      </p:sp>
      <p:pic>
        <p:nvPicPr>
          <p:cNvPr id="5" name="Picture 4">
            <a:extLst>
              <a:ext uri="{FF2B5EF4-FFF2-40B4-BE49-F238E27FC236}">
                <a16:creationId xmlns:a16="http://schemas.microsoft.com/office/drawing/2014/main" id="{DD02EE09-5F12-5ED9-F154-CF6E1353169E}"/>
              </a:ext>
            </a:extLst>
          </p:cNvPr>
          <p:cNvPicPr>
            <a:picLocks noChangeAspect="1"/>
          </p:cNvPicPr>
          <p:nvPr/>
        </p:nvPicPr>
        <p:blipFill>
          <a:blip r:embed="rId2"/>
          <a:stretch>
            <a:fillRect/>
          </a:stretch>
        </p:blipFill>
        <p:spPr>
          <a:xfrm>
            <a:off x="1143951" y="1521051"/>
            <a:ext cx="4229690" cy="790685"/>
          </a:xfrm>
          <a:prstGeom prst="rect">
            <a:avLst/>
          </a:prstGeom>
        </p:spPr>
      </p:pic>
      <p:pic>
        <p:nvPicPr>
          <p:cNvPr id="6" name="Picture 5">
            <a:extLst>
              <a:ext uri="{FF2B5EF4-FFF2-40B4-BE49-F238E27FC236}">
                <a16:creationId xmlns:a16="http://schemas.microsoft.com/office/drawing/2014/main" id="{04AF3285-F4D3-A293-451D-68F07AB1B025}"/>
              </a:ext>
            </a:extLst>
          </p:cNvPr>
          <p:cNvPicPr>
            <a:picLocks noChangeAspect="1"/>
          </p:cNvPicPr>
          <p:nvPr/>
        </p:nvPicPr>
        <p:blipFill>
          <a:blip r:embed="rId3"/>
          <a:stretch>
            <a:fillRect/>
          </a:stretch>
        </p:blipFill>
        <p:spPr>
          <a:xfrm>
            <a:off x="6649910" y="1507975"/>
            <a:ext cx="2225040" cy="876300"/>
          </a:xfrm>
          <a:prstGeom prst="rect">
            <a:avLst/>
          </a:prstGeom>
        </p:spPr>
      </p:pic>
      <p:pic>
        <p:nvPicPr>
          <p:cNvPr id="8" name="Picture 7">
            <a:extLst>
              <a:ext uri="{FF2B5EF4-FFF2-40B4-BE49-F238E27FC236}">
                <a16:creationId xmlns:a16="http://schemas.microsoft.com/office/drawing/2014/main" id="{77989B97-4B11-8FCA-F30D-22DBD49A9E44}"/>
              </a:ext>
            </a:extLst>
          </p:cNvPr>
          <p:cNvPicPr>
            <a:picLocks noChangeAspect="1"/>
          </p:cNvPicPr>
          <p:nvPr/>
        </p:nvPicPr>
        <p:blipFill>
          <a:blip r:embed="rId4"/>
          <a:stretch>
            <a:fillRect/>
          </a:stretch>
        </p:blipFill>
        <p:spPr>
          <a:xfrm>
            <a:off x="1143951" y="3192950"/>
            <a:ext cx="4286848" cy="1514686"/>
          </a:xfrm>
          <a:prstGeom prst="rect">
            <a:avLst/>
          </a:prstGeom>
        </p:spPr>
      </p:pic>
      <p:pic>
        <p:nvPicPr>
          <p:cNvPr id="9" name="Picture 8">
            <a:extLst>
              <a:ext uri="{FF2B5EF4-FFF2-40B4-BE49-F238E27FC236}">
                <a16:creationId xmlns:a16="http://schemas.microsoft.com/office/drawing/2014/main" id="{8BB7FE68-A88F-4033-26E7-2A01E62A93A6}"/>
              </a:ext>
            </a:extLst>
          </p:cNvPr>
          <p:cNvPicPr>
            <a:picLocks noChangeAspect="1"/>
          </p:cNvPicPr>
          <p:nvPr/>
        </p:nvPicPr>
        <p:blipFill>
          <a:blip r:embed="rId5"/>
          <a:stretch>
            <a:fillRect/>
          </a:stretch>
        </p:blipFill>
        <p:spPr>
          <a:xfrm>
            <a:off x="6096000" y="3192950"/>
            <a:ext cx="3552825" cy="2238375"/>
          </a:xfrm>
          <a:prstGeom prst="rect">
            <a:avLst/>
          </a:prstGeom>
        </p:spPr>
      </p:pic>
    </p:spTree>
    <p:extLst>
      <p:ext uri="{BB962C8B-B14F-4D97-AF65-F5344CB8AC3E}">
        <p14:creationId xmlns:p14="http://schemas.microsoft.com/office/powerpoint/2010/main" val="2811774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AEB7E1-CAE6-C511-351E-B071C71B6524}"/>
              </a:ext>
            </a:extLst>
          </p:cNvPr>
          <p:cNvSpPr>
            <a:spLocks noGrp="1"/>
          </p:cNvSpPr>
          <p:nvPr>
            <p:ph idx="1"/>
          </p:nvPr>
        </p:nvSpPr>
        <p:spPr>
          <a:xfrm>
            <a:off x="569984" y="119641"/>
            <a:ext cx="11154846" cy="5999148"/>
          </a:xfrm>
        </p:spPr>
        <p:txBody>
          <a:bodyPr/>
          <a:lstStyle/>
          <a:p>
            <a:r>
              <a:rPr lang="en-US" dirty="0"/>
              <a:t>Use CTEs to find bottleneck warehouses where processing time &gt; global average. </a:t>
            </a:r>
          </a:p>
          <a:p>
            <a:endParaRPr lang="en-US" dirty="0"/>
          </a:p>
          <a:p>
            <a:endParaRPr lang="en-US" dirty="0"/>
          </a:p>
          <a:p>
            <a:endParaRPr lang="en-US" dirty="0"/>
          </a:p>
          <a:p>
            <a:endParaRPr lang="en-US" dirty="0"/>
          </a:p>
          <a:p>
            <a:endParaRPr lang="en-US" dirty="0"/>
          </a:p>
          <a:p>
            <a:endParaRPr lang="en-US" dirty="0"/>
          </a:p>
          <a:p>
            <a:r>
              <a:rPr lang="en-US" dirty="0"/>
              <a:t> Rank warehouses based on on-time delivery percentage.</a:t>
            </a:r>
          </a:p>
          <a:p>
            <a:endParaRPr lang="en-US" dirty="0"/>
          </a:p>
        </p:txBody>
      </p:sp>
      <p:pic>
        <p:nvPicPr>
          <p:cNvPr id="5" name="Picture 4">
            <a:extLst>
              <a:ext uri="{FF2B5EF4-FFF2-40B4-BE49-F238E27FC236}">
                <a16:creationId xmlns:a16="http://schemas.microsoft.com/office/drawing/2014/main" id="{A6081631-2609-DD6B-75AC-065B1244D193}"/>
              </a:ext>
            </a:extLst>
          </p:cNvPr>
          <p:cNvPicPr>
            <a:picLocks noChangeAspect="1"/>
          </p:cNvPicPr>
          <p:nvPr/>
        </p:nvPicPr>
        <p:blipFill>
          <a:blip r:embed="rId2"/>
          <a:stretch>
            <a:fillRect/>
          </a:stretch>
        </p:blipFill>
        <p:spPr>
          <a:xfrm>
            <a:off x="1094375" y="579849"/>
            <a:ext cx="6021687" cy="1944187"/>
          </a:xfrm>
          <a:prstGeom prst="rect">
            <a:avLst/>
          </a:prstGeom>
        </p:spPr>
      </p:pic>
      <p:pic>
        <p:nvPicPr>
          <p:cNvPr id="6" name="Picture 5">
            <a:extLst>
              <a:ext uri="{FF2B5EF4-FFF2-40B4-BE49-F238E27FC236}">
                <a16:creationId xmlns:a16="http://schemas.microsoft.com/office/drawing/2014/main" id="{4AF44937-3545-CE56-8F2C-C6941953D2DE}"/>
              </a:ext>
            </a:extLst>
          </p:cNvPr>
          <p:cNvPicPr>
            <a:picLocks noChangeAspect="1"/>
          </p:cNvPicPr>
          <p:nvPr/>
        </p:nvPicPr>
        <p:blipFill>
          <a:blip r:embed="rId3"/>
          <a:stretch>
            <a:fillRect/>
          </a:stretch>
        </p:blipFill>
        <p:spPr>
          <a:xfrm>
            <a:off x="7780012" y="977039"/>
            <a:ext cx="2733675" cy="1181100"/>
          </a:xfrm>
          <a:prstGeom prst="rect">
            <a:avLst/>
          </a:prstGeom>
        </p:spPr>
      </p:pic>
      <p:pic>
        <p:nvPicPr>
          <p:cNvPr id="8" name="Picture 7">
            <a:extLst>
              <a:ext uri="{FF2B5EF4-FFF2-40B4-BE49-F238E27FC236}">
                <a16:creationId xmlns:a16="http://schemas.microsoft.com/office/drawing/2014/main" id="{6F535B94-79C8-993D-7C19-2244EDA05ADD}"/>
              </a:ext>
            </a:extLst>
          </p:cNvPr>
          <p:cNvPicPr>
            <a:picLocks noChangeAspect="1"/>
          </p:cNvPicPr>
          <p:nvPr/>
        </p:nvPicPr>
        <p:blipFill>
          <a:blip r:embed="rId4"/>
          <a:stretch>
            <a:fillRect/>
          </a:stretch>
        </p:blipFill>
        <p:spPr>
          <a:xfrm>
            <a:off x="7116062" y="2973342"/>
            <a:ext cx="4284028" cy="3068020"/>
          </a:xfrm>
          <a:prstGeom prst="rect">
            <a:avLst/>
          </a:prstGeom>
        </p:spPr>
      </p:pic>
      <p:pic>
        <p:nvPicPr>
          <p:cNvPr id="9" name="Picture 8">
            <a:extLst>
              <a:ext uri="{FF2B5EF4-FFF2-40B4-BE49-F238E27FC236}">
                <a16:creationId xmlns:a16="http://schemas.microsoft.com/office/drawing/2014/main" id="{710B94BB-05C3-F3AA-D664-5E82BECF268E}"/>
              </a:ext>
            </a:extLst>
          </p:cNvPr>
          <p:cNvPicPr>
            <a:picLocks noChangeAspect="1"/>
          </p:cNvPicPr>
          <p:nvPr/>
        </p:nvPicPr>
        <p:blipFill>
          <a:blip r:embed="rId5"/>
          <a:stretch>
            <a:fillRect/>
          </a:stretch>
        </p:blipFill>
        <p:spPr>
          <a:xfrm>
            <a:off x="1213809" y="3755858"/>
            <a:ext cx="5443366" cy="2257425"/>
          </a:xfrm>
          <a:prstGeom prst="rect">
            <a:avLst/>
          </a:prstGeom>
        </p:spPr>
      </p:pic>
    </p:spTree>
    <p:extLst>
      <p:ext uri="{BB962C8B-B14F-4D97-AF65-F5344CB8AC3E}">
        <p14:creationId xmlns:p14="http://schemas.microsoft.com/office/powerpoint/2010/main" val="36798385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134A1-30DE-AC20-4F94-1C2091F45AEB}"/>
              </a:ext>
            </a:extLst>
          </p:cNvPr>
          <p:cNvSpPr>
            <a:spLocks noGrp="1"/>
          </p:cNvSpPr>
          <p:nvPr>
            <p:ph type="title"/>
          </p:nvPr>
        </p:nvSpPr>
        <p:spPr>
          <a:xfrm>
            <a:off x="677334" y="145279"/>
            <a:ext cx="8596668" cy="777667"/>
          </a:xfrm>
        </p:spPr>
        <p:txBody>
          <a:bodyPr/>
          <a:lstStyle/>
          <a:p>
            <a:pPr algn="ctr"/>
            <a:r>
              <a:rPr lang="en-US" b="1" dirty="0">
                <a:effectLst>
                  <a:outerShdw blurRad="38100" dist="38100" dir="2700000" algn="tl">
                    <a:srgbClr val="000000">
                      <a:alpha val="43137"/>
                    </a:srgbClr>
                  </a:outerShdw>
                </a:effectLst>
              </a:rPr>
              <a:t>Delivery Agent Performance</a:t>
            </a:r>
          </a:p>
        </p:txBody>
      </p:sp>
      <p:sp>
        <p:nvSpPr>
          <p:cNvPr id="3" name="Content Placeholder 2">
            <a:extLst>
              <a:ext uri="{FF2B5EF4-FFF2-40B4-BE49-F238E27FC236}">
                <a16:creationId xmlns:a16="http://schemas.microsoft.com/office/drawing/2014/main" id="{BF8A157D-770B-F47B-4B7E-068615F15549}"/>
              </a:ext>
            </a:extLst>
          </p:cNvPr>
          <p:cNvSpPr>
            <a:spLocks noGrp="1"/>
          </p:cNvSpPr>
          <p:nvPr>
            <p:ph idx="1"/>
          </p:nvPr>
        </p:nvSpPr>
        <p:spPr>
          <a:xfrm>
            <a:off x="677334" y="811851"/>
            <a:ext cx="8596668" cy="5229512"/>
          </a:xfrm>
        </p:spPr>
        <p:txBody>
          <a:bodyPr/>
          <a:lstStyle/>
          <a:p>
            <a:r>
              <a:rPr lang="en-US" dirty="0"/>
              <a:t>Rank agents (per route) by on-time delivery percentage</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546455CF-8398-A463-0ECE-D1188C2ED3B0}"/>
              </a:ext>
            </a:extLst>
          </p:cNvPr>
          <p:cNvPicPr>
            <a:picLocks noChangeAspect="1"/>
          </p:cNvPicPr>
          <p:nvPr/>
        </p:nvPicPr>
        <p:blipFill>
          <a:blip r:embed="rId2"/>
          <a:stretch>
            <a:fillRect/>
          </a:stretch>
        </p:blipFill>
        <p:spPr>
          <a:xfrm>
            <a:off x="677334" y="1375005"/>
            <a:ext cx="5136023" cy="3461046"/>
          </a:xfrm>
          <a:prstGeom prst="rect">
            <a:avLst/>
          </a:prstGeom>
        </p:spPr>
      </p:pic>
      <p:pic>
        <p:nvPicPr>
          <p:cNvPr id="6" name="Picture 5">
            <a:extLst>
              <a:ext uri="{FF2B5EF4-FFF2-40B4-BE49-F238E27FC236}">
                <a16:creationId xmlns:a16="http://schemas.microsoft.com/office/drawing/2014/main" id="{4C7C71E7-A581-0D88-9653-70B7A0966D5E}"/>
              </a:ext>
            </a:extLst>
          </p:cNvPr>
          <p:cNvPicPr>
            <a:picLocks noChangeAspect="1"/>
          </p:cNvPicPr>
          <p:nvPr/>
        </p:nvPicPr>
        <p:blipFill>
          <a:blip r:embed="rId3"/>
          <a:stretch>
            <a:fillRect/>
          </a:stretch>
        </p:blipFill>
        <p:spPr>
          <a:xfrm>
            <a:off x="5939417" y="2000679"/>
            <a:ext cx="5136024" cy="2380615"/>
          </a:xfrm>
          <a:prstGeom prst="rect">
            <a:avLst/>
          </a:prstGeom>
        </p:spPr>
      </p:pic>
    </p:spTree>
    <p:extLst>
      <p:ext uri="{BB962C8B-B14F-4D97-AF65-F5344CB8AC3E}">
        <p14:creationId xmlns:p14="http://schemas.microsoft.com/office/powerpoint/2010/main" val="894840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62C116-B348-DAC6-B077-C937F1E6EDBB}"/>
              </a:ext>
            </a:extLst>
          </p:cNvPr>
          <p:cNvSpPr>
            <a:spLocks noGrp="1"/>
          </p:cNvSpPr>
          <p:nvPr>
            <p:ph idx="1"/>
          </p:nvPr>
        </p:nvSpPr>
        <p:spPr>
          <a:xfrm>
            <a:off x="677334" y="119641"/>
            <a:ext cx="8596668" cy="5921721"/>
          </a:xfrm>
        </p:spPr>
        <p:txBody>
          <a:bodyPr/>
          <a:lstStyle/>
          <a:p>
            <a:r>
              <a:rPr lang="en-US" dirty="0"/>
              <a:t> Find agents with on-time % &lt; 80%.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p>
        </p:txBody>
      </p:sp>
      <p:pic>
        <p:nvPicPr>
          <p:cNvPr id="5" name="Picture 4">
            <a:extLst>
              <a:ext uri="{FF2B5EF4-FFF2-40B4-BE49-F238E27FC236}">
                <a16:creationId xmlns:a16="http://schemas.microsoft.com/office/drawing/2014/main" id="{EA8C9105-FAE4-988E-CCA7-1BB1468D5C66}"/>
              </a:ext>
            </a:extLst>
          </p:cNvPr>
          <p:cNvPicPr>
            <a:picLocks noChangeAspect="1"/>
          </p:cNvPicPr>
          <p:nvPr/>
        </p:nvPicPr>
        <p:blipFill>
          <a:blip r:embed="rId2"/>
          <a:stretch>
            <a:fillRect/>
          </a:stretch>
        </p:blipFill>
        <p:spPr>
          <a:xfrm>
            <a:off x="745383" y="688587"/>
            <a:ext cx="4667901" cy="2419688"/>
          </a:xfrm>
          <a:prstGeom prst="rect">
            <a:avLst/>
          </a:prstGeom>
        </p:spPr>
      </p:pic>
      <p:pic>
        <p:nvPicPr>
          <p:cNvPr id="6" name="Picture 5">
            <a:extLst>
              <a:ext uri="{FF2B5EF4-FFF2-40B4-BE49-F238E27FC236}">
                <a16:creationId xmlns:a16="http://schemas.microsoft.com/office/drawing/2014/main" id="{B3D7AB6F-DE33-DEE0-9187-EF9B3A8455EB}"/>
              </a:ext>
            </a:extLst>
          </p:cNvPr>
          <p:cNvPicPr>
            <a:picLocks noChangeAspect="1"/>
          </p:cNvPicPr>
          <p:nvPr/>
        </p:nvPicPr>
        <p:blipFill>
          <a:blip r:embed="rId3"/>
          <a:stretch>
            <a:fillRect/>
          </a:stretch>
        </p:blipFill>
        <p:spPr>
          <a:xfrm>
            <a:off x="6291130" y="487912"/>
            <a:ext cx="2105025" cy="2686050"/>
          </a:xfrm>
          <a:prstGeom prst="rect">
            <a:avLst/>
          </a:prstGeom>
        </p:spPr>
      </p:pic>
    </p:spTree>
    <p:extLst>
      <p:ext uri="{BB962C8B-B14F-4D97-AF65-F5344CB8AC3E}">
        <p14:creationId xmlns:p14="http://schemas.microsoft.com/office/powerpoint/2010/main" val="99883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D33640-49C6-5B12-BF12-E55A1B3912D4}"/>
              </a:ext>
            </a:extLst>
          </p:cNvPr>
          <p:cNvSpPr>
            <a:spLocks noGrp="1"/>
          </p:cNvSpPr>
          <p:nvPr>
            <p:ph idx="1"/>
          </p:nvPr>
        </p:nvSpPr>
        <p:spPr>
          <a:xfrm>
            <a:off x="677334" y="632389"/>
            <a:ext cx="8596668" cy="5408973"/>
          </a:xfrm>
        </p:spPr>
        <p:txBody>
          <a:bodyPr/>
          <a:lstStyle/>
          <a:p>
            <a:r>
              <a:rPr lang="en-US" dirty="0"/>
              <a:t>Compare average speed of top 5 vs bottom 5 agents using subqueries</a:t>
            </a:r>
          </a:p>
        </p:txBody>
      </p:sp>
      <p:pic>
        <p:nvPicPr>
          <p:cNvPr id="5" name="Picture 4">
            <a:extLst>
              <a:ext uri="{FF2B5EF4-FFF2-40B4-BE49-F238E27FC236}">
                <a16:creationId xmlns:a16="http://schemas.microsoft.com/office/drawing/2014/main" id="{05AD3B0F-C7B1-D043-E74A-1EFA3356C721}"/>
              </a:ext>
            </a:extLst>
          </p:cNvPr>
          <p:cNvPicPr>
            <a:picLocks noChangeAspect="1"/>
          </p:cNvPicPr>
          <p:nvPr/>
        </p:nvPicPr>
        <p:blipFill>
          <a:blip r:embed="rId2"/>
          <a:stretch>
            <a:fillRect/>
          </a:stretch>
        </p:blipFill>
        <p:spPr>
          <a:xfrm>
            <a:off x="775099" y="1049565"/>
            <a:ext cx="6830378" cy="4991797"/>
          </a:xfrm>
          <a:prstGeom prst="rect">
            <a:avLst/>
          </a:prstGeom>
        </p:spPr>
      </p:pic>
      <p:pic>
        <p:nvPicPr>
          <p:cNvPr id="6" name="Picture 5">
            <a:extLst>
              <a:ext uri="{FF2B5EF4-FFF2-40B4-BE49-F238E27FC236}">
                <a16:creationId xmlns:a16="http://schemas.microsoft.com/office/drawing/2014/main" id="{8DD9995D-E5AB-693D-CFE0-01A01BB98721}"/>
              </a:ext>
            </a:extLst>
          </p:cNvPr>
          <p:cNvPicPr>
            <a:picLocks noChangeAspect="1"/>
          </p:cNvPicPr>
          <p:nvPr/>
        </p:nvPicPr>
        <p:blipFill>
          <a:blip r:embed="rId3"/>
          <a:stretch>
            <a:fillRect/>
          </a:stretch>
        </p:blipFill>
        <p:spPr>
          <a:xfrm>
            <a:off x="8092902" y="2943225"/>
            <a:ext cx="2362200" cy="971550"/>
          </a:xfrm>
          <a:prstGeom prst="rect">
            <a:avLst/>
          </a:prstGeom>
        </p:spPr>
      </p:pic>
    </p:spTree>
    <p:extLst>
      <p:ext uri="{BB962C8B-B14F-4D97-AF65-F5344CB8AC3E}">
        <p14:creationId xmlns:p14="http://schemas.microsoft.com/office/powerpoint/2010/main" val="2032198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6AB5B-03AD-E57D-DCBE-25D56B4AFBA4}"/>
              </a:ext>
            </a:extLst>
          </p:cNvPr>
          <p:cNvSpPr>
            <a:spLocks noGrp="1"/>
          </p:cNvSpPr>
          <p:nvPr>
            <p:ph type="title"/>
          </p:nvPr>
        </p:nvSpPr>
        <p:spPr>
          <a:xfrm>
            <a:off x="677334" y="609600"/>
            <a:ext cx="8596668" cy="757727"/>
          </a:xfrm>
        </p:spPr>
        <p:txBody>
          <a:bodyPr/>
          <a:lstStyle/>
          <a:p>
            <a:pPr algn="ctr"/>
            <a:r>
              <a:rPr lang="en-US" b="1" dirty="0">
                <a:effectLst>
                  <a:outerShdw blurRad="38100" dist="38100" dir="2700000" algn="tl">
                    <a:srgbClr val="000000">
                      <a:alpha val="43137"/>
                    </a:srgbClr>
                  </a:outerShdw>
                </a:effectLst>
              </a:rPr>
              <a:t>Shipment Tracking Analytics</a:t>
            </a:r>
          </a:p>
        </p:txBody>
      </p:sp>
      <p:sp>
        <p:nvSpPr>
          <p:cNvPr id="3" name="Content Placeholder 2">
            <a:extLst>
              <a:ext uri="{FF2B5EF4-FFF2-40B4-BE49-F238E27FC236}">
                <a16:creationId xmlns:a16="http://schemas.microsoft.com/office/drawing/2014/main" id="{EF6E6E61-00FC-04D8-588C-323EBB634A7C}"/>
              </a:ext>
            </a:extLst>
          </p:cNvPr>
          <p:cNvSpPr>
            <a:spLocks noGrp="1"/>
          </p:cNvSpPr>
          <p:nvPr>
            <p:ph idx="1"/>
          </p:nvPr>
        </p:nvSpPr>
        <p:spPr>
          <a:xfrm>
            <a:off x="677334" y="1367327"/>
            <a:ext cx="9381066" cy="4674035"/>
          </a:xfrm>
        </p:spPr>
        <p:txBody>
          <a:bodyPr/>
          <a:lstStyle/>
          <a:p>
            <a:r>
              <a:rPr lang="en-US" dirty="0"/>
              <a:t>For each order, list the last checkpoint and time. </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77605EE2-1FCA-1608-0236-85C0804F185C}"/>
              </a:ext>
            </a:extLst>
          </p:cNvPr>
          <p:cNvPicPr>
            <a:picLocks noChangeAspect="1"/>
          </p:cNvPicPr>
          <p:nvPr/>
        </p:nvPicPr>
        <p:blipFill>
          <a:blip r:embed="rId2"/>
          <a:stretch>
            <a:fillRect/>
          </a:stretch>
        </p:blipFill>
        <p:spPr>
          <a:xfrm>
            <a:off x="791345" y="1808671"/>
            <a:ext cx="6182588" cy="1428949"/>
          </a:xfrm>
          <a:prstGeom prst="rect">
            <a:avLst/>
          </a:prstGeom>
        </p:spPr>
      </p:pic>
      <p:pic>
        <p:nvPicPr>
          <p:cNvPr id="7" name="Picture 6">
            <a:extLst>
              <a:ext uri="{FF2B5EF4-FFF2-40B4-BE49-F238E27FC236}">
                <a16:creationId xmlns:a16="http://schemas.microsoft.com/office/drawing/2014/main" id="{4EA2F1A3-B704-4DFB-DB8C-37ADE27A731F}"/>
              </a:ext>
            </a:extLst>
          </p:cNvPr>
          <p:cNvPicPr>
            <a:picLocks noChangeAspect="1"/>
          </p:cNvPicPr>
          <p:nvPr/>
        </p:nvPicPr>
        <p:blipFill>
          <a:blip r:embed="rId3"/>
          <a:stretch>
            <a:fillRect/>
          </a:stretch>
        </p:blipFill>
        <p:spPr>
          <a:xfrm>
            <a:off x="7686675" y="1367327"/>
            <a:ext cx="2371725" cy="2505075"/>
          </a:xfrm>
          <a:prstGeom prst="rect">
            <a:avLst/>
          </a:prstGeom>
        </p:spPr>
      </p:pic>
    </p:spTree>
    <p:extLst>
      <p:ext uri="{BB962C8B-B14F-4D97-AF65-F5344CB8AC3E}">
        <p14:creationId xmlns:p14="http://schemas.microsoft.com/office/powerpoint/2010/main" val="2313566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13617C-7344-C870-51C1-6223286F6CF1}"/>
              </a:ext>
            </a:extLst>
          </p:cNvPr>
          <p:cNvSpPr>
            <a:spLocks noGrp="1"/>
          </p:cNvSpPr>
          <p:nvPr>
            <p:ph idx="1"/>
          </p:nvPr>
        </p:nvSpPr>
        <p:spPr>
          <a:xfrm>
            <a:off x="677334" y="726393"/>
            <a:ext cx="9064872" cy="5314969"/>
          </a:xfrm>
        </p:spPr>
        <p:txBody>
          <a:bodyPr/>
          <a:lstStyle/>
          <a:p>
            <a:r>
              <a:rPr lang="en-US" dirty="0"/>
              <a:t> Find the most common delay reasons (excluding None). </a:t>
            </a:r>
          </a:p>
          <a:p>
            <a:endParaRPr lang="en-US" dirty="0"/>
          </a:p>
          <a:p>
            <a:endParaRPr lang="en-US" dirty="0"/>
          </a:p>
          <a:p>
            <a:endParaRPr lang="en-US" dirty="0"/>
          </a:p>
          <a:p>
            <a:pPr marL="0" indent="0">
              <a:buNone/>
            </a:pPr>
            <a:endParaRPr lang="en-US" dirty="0"/>
          </a:p>
          <a:p>
            <a:endParaRPr lang="en-US" dirty="0"/>
          </a:p>
          <a:p>
            <a:r>
              <a:rPr lang="en-US" dirty="0"/>
              <a:t> Identify orders with &gt;2 delayed checkpoints</a:t>
            </a:r>
          </a:p>
          <a:p>
            <a:endParaRPr lang="en-US" dirty="0"/>
          </a:p>
        </p:txBody>
      </p:sp>
      <p:pic>
        <p:nvPicPr>
          <p:cNvPr id="5" name="Picture 4">
            <a:extLst>
              <a:ext uri="{FF2B5EF4-FFF2-40B4-BE49-F238E27FC236}">
                <a16:creationId xmlns:a16="http://schemas.microsoft.com/office/drawing/2014/main" id="{C878A3CC-2F72-5E8C-23C8-AE2D437E34BA}"/>
              </a:ext>
            </a:extLst>
          </p:cNvPr>
          <p:cNvPicPr>
            <a:picLocks noChangeAspect="1"/>
          </p:cNvPicPr>
          <p:nvPr/>
        </p:nvPicPr>
        <p:blipFill>
          <a:blip r:embed="rId2"/>
          <a:stretch>
            <a:fillRect/>
          </a:stretch>
        </p:blipFill>
        <p:spPr>
          <a:xfrm>
            <a:off x="1157264" y="1344815"/>
            <a:ext cx="4801270" cy="1143160"/>
          </a:xfrm>
          <a:prstGeom prst="rect">
            <a:avLst/>
          </a:prstGeom>
        </p:spPr>
      </p:pic>
      <p:pic>
        <p:nvPicPr>
          <p:cNvPr id="6" name="Picture 5">
            <a:extLst>
              <a:ext uri="{FF2B5EF4-FFF2-40B4-BE49-F238E27FC236}">
                <a16:creationId xmlns:a16="http://schemas.microsoft.com/office/drawing/2014/main" id="{B5BC3171-9D87-747A-5AFB-B2F134C53A53}"/>
              </a:ext>
            </a:extLst>
          </p:cNvPr>
          <p:cNvPicPr>
            <a:picLocks noChangeAspect="1"/>
          </p:cNvPicPr>
          <p:nvPr/>
        </p:nvPicPr>
        <p:blipFill>
          <a:blip r:embed="rId3"/>
          <a:stretch>
            <a:fillRect/>
          </a:stretch>
        </p:blipFill>
        <p:spPr>
          <a:xfrm>
            <a:off x="7090828" y="1411650"/>
            <a:ext cx="2009775" cy="1076325"/>
          </a:xfrm>
          <a:prstGeom prst="rect">
            <a:avLst/>
          </a:prstGeom>
        </p:spPr>
      </p:pic>
      <p:pic>
        <p:nvPicPr>
          <p:cNvPr id="8" name="Picture 7">
            <a:extLst>
              <a:ext uri="{FF2B5EF4-FFF2-40B4-BE49-F238E27FC236}">
                <a16:creationId xmlns:a16="http://schemas.microsoft.com/office/drawing/2014/main" id="{79173C3A-6AA0-6DF6-5C90-7A9C3F591D64}"/>
              </a:ext>
            </a:extLst>
          </p:cNvPr>
          <p:cNvPicPr>
            <a:picLocks noChangeAspect="1"/>
          </p:cNvPicPr>
          <p:nvPr/>
        </p:nvPicPr>
        <p:blipFill>
          <a:blip r:embed="rId4"/>
          <a:stretch>
            <a:fillRect/>
          </a:stretch>
        </p:blipFill>
        <p:spPr>
          <a:xfrm>
            <a:off x="1157264" y="3846078"/>
            <a:ext cx="5058481" cy="1047896"/>
          </a:xfrm>
          <a:prstGeom prst="rect">
            <a:avLst/>
          </a:prstGeom>
        </p:spPr>
      </p:pic>
      <p:pic>
        <p:nvPicPr>
          <p:cNvPr id="9" name="Picture 8">
            <a:extLst>
              <a:ext uri="{FF2B5EF4-FFF2-40B4-BE49-F238E27FC236}">
                <a16:creationId xmlns:a16="http://schemas.microsoft.com/office/drawing/2014/main" id="{28D58091-988B-2A26-830E-2B4816AF4279}"/>
              </a:ext>
            </a:extLst>
          </p:cNvPr>
          <p:cNvPicPr>
            <a:picLocks noChangeAspect="1"/>
          </p:cNvPicPr>
          <p:nvPr/>
        </p:nvPicPr>
        <p:blipFill>
          <a:blip r:embed="rId5"/>
          <a:stretch>
            <a:fillRect/>
          </a:stretch>
        </p:blipFill>
        <p:spPr>
          <a:xfrm>
            <a:off x="7245499" y="3429000"/>
            <a:ext cx="2076450" cy="2533650"/>
          </a:xfrm>
          <a:prstGeom prst="rect">
            <a:avLst/>
          </a:prstGeom>
        </p:spPr>
      </p:pic>
    </p:spTree>
    <p:extLst>
      <p:ext uri="{BB962C8B-B14F-4D97-AF65-F5344CB8AC3E}">
        <p14:creationId xmlns:p14="http://schemas.microsoft.com/office/powerpoint/2010/main" val="1403008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0C384-9085-3190-869F-78F78B75D7CA}"/>
              </a:ext>
            </a:extLst>
          </p:cNvPr>
          <p:cNvSpPr>
            <a:spLocks noGrp="1"/>
          </p:cNvSpPr>
          <p:nvPr>
            <p:ph type="title"/>
          </p:nvPr>
        </p:nvSpPr>
        <p:spPr>
          <a:xfrm>
            <a:off x="677334" y="609600"/>
            <a:ext cx="8596668" cy="757727"/>
          </a:xfrm>
        </p:spPr>
        <p:txBody>
          <a:bodyPr/>
          <a:lstStyle/>
          <a:p>
            <a:pPr algn="ctr"/>
            <a:r>
              <a:rPr lang="en-US" b="1" dirty="0">
                <a:effectLst>
                  <a:outerShdw blurRad="38100" dist="38100" dir="2700000" algn="tl">
                    <a:srgbClr val="000000">
                      <a:alpha val="43137"/>
                    </a:srgbClr>
                  </a:outerShdw>
                </a:effectLst>
              </a:rPr>
              <a:t>Advanced KPI Reporting</a:t>
            </a:r>
          </a:p>
        </p:txBody>
      </p:sp>
      <p:sp>
        <p:nvSpPr>
          <p:cNvPr id="3" name="Content Placeholder 2">
            <a:extLst>
              <a:ext uri="{FF2B5EF4-FFF2-40B4-BE49-F238E27FC236}">
                <a16:creationId xmlns:a16="http://schemas.microsoft.com/office/drawing/2014/main" id="{36B631B7-6DE2-F843-B3C5-FD48F61A3E90}"/>
              </a:ext>
            </a:extLst>
          </p:cNvPr>
          <p:cNvSpPr>
            <a:spLocks noGrp="1"/>
          </p:cNvSpPr>
          <p:nvPr>
            <p:ph idx="1"/>
          </p:nvPr>
        </p:nvSpPr>
        <p:spPr>
          <a:xfrm>
            <a:off x="677334" y="1281869"/>
            <a:ext cx="8596668" cy="4759493"/>
          </a:xfrm>
        </p:spPr>
        <p:txBody>
          <a:bodyPr/>
          <a:lstStyle/>
          <a:p>
            <a:r>
              <a:rPr lang="en-US" dirty="0"/>
              <a:t>Calculate KPIs using SQL queries: </a:t>
            </a:r>
          </a:p>
          <a:p>
            <a:pPr marL="0" indent="0">
              <a:buNone/>
            </a:pPr>
            <a:r>
              <a:rPr lang="en-US" dirty="0"/>
              <a:t> Average Delivery Delay per Region (</a:t>
            </a:r>
            <a:r>
              <a:rPr lang="en-US" dirty="0" err="1"/>
              <a:t>Start_Location</a:t>
            </a:r>
            <a:r>
              <a:rPr lang="en-US" dirty="0"/>
              <a:t>).</a:t>
            </a:r>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E66F84D1-74B2-F6BA-001B-1A9C37660AEF}"/>
              </a:ext>
            </a:extLst>
          </p:cNvPr>
          <p:cNvPicPr>
            <a:picLocks noChangeAspect="1"/>
          </p:cNvPicPr>
          <p:nvPr/>
        </p:nvPicPr>
        <p:blipFill>
          <a:blip r:embed="rId2"/>
          <a:stretch>
            <a:fillRect/>
          </a:stretch>
        </p:blipFill>
        <p:spPr>
          <a:xfrm>
            <a:off x="722162" y="2196635"/>
            <a:ext cx="8507012" cy="1200318"/>
          </a:xfrm>
          <a:prstGeom prst="rect">
            <a:avLst/>
          </a:prstGeom>
        </p:spPr>
      </p:pic>
      <p:pic>
        <p:nvPicPr>
          <p:cNvPr id="6" name="Picture 5">
            <a:extLst>
              <a:ext uri="{FF2B5EF4-FFF2-40B4-BE49-F238E27FC236}">
                <a16:creationId xmlns:a16="http://schemas.microsoft.com/office/drawing/2014/main" id="{1F530E0E-C984-2735-47F5-108302E007C7}"/>
              </a:ext>
            </a:extLst>
          </p:cNvPr>
          <p:cNvPicPr>
            <a:picLocks noChangeAspect="1"/>
          </p:cNvPicPr>
          <p:nvPr/>
        </p:nvPicPr>
        <p:blipFill>
          <a:blip r:embed="rId3"/>
          <a:stretch>
            <a:fillRect/>
          </a:stretch>
        </p:blipFill>
        <p:spPr>
          <a:xfrm>
            <a:off x="3731262" y="3505200"/>
            <a:ext cx="2695575" cy="2743200"/>
          </a:xfrm>
          <a:prstGeom prst="rect">
            <a:avLst/>
          </a:prstGeom>
        </p:spPr>
      </p:pic>
    </p:spTree>
    <p:extLst>
      <p:ext uri="{BB962C8B-B14F-4D97-AF65-F5344CB8AC3E}">
        <p14:creationId xmlns:p14="http://schemas.microsoft.com/office/powerpoint/2010/main" val="3275586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C96ECD-172E-B8E4-CC7A-BB87BA50CBF9}"/>
              </a:ext>
            </a:extLst>
          </p:cNvPr>
          <p:cNvSpPr>
            <a:spLocks noGrp="1"/>
          </p:cNvSpPr>
          <p:nvPr>
            <p:ph idx="1"/>
          </p:nvPr>
        </p:nvSpPr>
        <p:spPr>
          <a:xfrm>
            <a:off x="677334" y="1008405"/>
            <a:ext cx="8596668" cy="5032958"/>
          </a:xfrm>
        </p:spPr>
        <p:txBody>
          <a:bodyPr/>
          <a:lstStyle/>
          <a:p>
            <a:r>
              <a:rPr lang="en-US" dirty="0"/>
              <a:t> On-Time Delivery % = (Total On-Time Deliveries / Total Deliveries) * 100.</a:t>
            </a:r>
          </a:p>
          <a:p>
            <a:endParaRPr lang="en-US" dirty="0"/>
          </a:p>
          <a:p>
            <a:endParaRPr lang="en-US" dirty="0"/>
          </a:p>
          <a:p>
            <a:endParaRPr lang="en-US" dirty="0"/>
          </a:p>
          <a:p>
            <a:endParaRPr lang="en-US" dirty="0"/>
          </a:p>
          <a:p>
            <a:endParaRPr lang="en-US" dirty="0"/>
          </a:p>
          <a:p>
            <a:r>
              <a:rPr lang="en-US" dirty="0"/>
              <a:t> Average Traffic Delay per Route.</a:t>
            </a:r>
          </a:p>
          <a:p>
            <a:endParaRPr lang="en-US" dirty="0"/>
          </a:p>
        </p:txBody>
      </p:sp>
      <p:pic>
        <p:nvPicPr>
          <p:cNvPr id="5" name="Picture 4">
            <a:extLst>
              <a:ext uri="{FF2B5EF4-FFF2-40B4-BE49-F238E27FC236}">
                <a16:creationId xmlns:a16="http://schemas.microsoft.com/office/drawing/2014/main" id="{8A0691DB-CF8D-EB53-EC31-39738E76C930}"/>
              </a:ext>
            </a:extLst>
          </p:cNvPr>
          <p:cNvPicPr>
            <a:picLocks noChangeAspect="1"/>
          </p:cNvPicPr>
          <p:nvPr/>
        </p:nvPicPr>
        <p:blipFill>
          <a:blip r:embed="rId2"/>
          <a:stretch>
            <a:fillRect/>
          </a:stretch>
        </p:blipFill>
        <p:spPr>
          <a:xfrm>
            <a:off x="1119154" y="1577934"/>
            <a:ext cx="4296375" cy="1428949"/>
          </a:xfrm>
          <a:prstGeom prst="rect">
            <a:avLst/>
          </a:prstGeom>
        </p:spPr>
      </p:pic>
      <p:pic>
        <p:nvPicPr>
          <p:cNvPr id="6" name="Picture 5">
            <a:extLst>
              <a:ext uri="{FF2B5EF4-FFF2-40B4-BE49-F238E27FC236}">
                <a16:creationId xmlns:a16="http://schemas.microsoft.com/office/drawing/2014/main" id="{C7A1982B-0A0A-EF8D-921A-5EE1225F91E7}"/>
              </a:ext>
            </a:extLst>
          </p:cNvPr>
          <p:cNvPicPr>
            <a:picLocks noChangeAspect="1"/>
          </p:cNvPicPr>
          <p:nvPr/>
        </p:nvPicPr>
        <p:blipFill>
          <a:blip r:embed="rId3"/>
          <a:stretch>
            <a:fillRect/>
          </a:stretch>
        </p:blipFill>
        <p:spPr>
          <a:xfrm>
            <a:off x="6373215" y="1968558"/>
            <a:ext cx="1943100" cy="647700"/>
          </a:xfrm>
          <a:prstGeom prst="rect">
            <a:avLst/>
          </a:prstGeom>
        </p:spPr>
      </p:pic>
      <p:pic>
        <p:nvPicPr>
          <p:cNvPr id="8" name="Picture 7">
            <a:extLst>
              <a:ext uri="{FF2B5EF4-FFF2-40B4-BE49-F238E27FC236}">
                <a16:creationId xmlns:a16="http://schemas.microsoft.com/office/drawing/2014/main" id="{439B0CC6-5E79-9662-A4ED-0AD7650E39EA}"/>
              </a:ext>
            </a:extLst>
          </p:cNvPr>
          <p:cNvPicPr>
            <a:picLocks noChangeAspect="1"/>
          </p:cNvPicPr>
          <p:nvPr/>
        </p:nvPicPr>
        <p:blipFill>
          <a:blip r:embed="rId4"/>
          <a:stretch>
            <a:fillRect/>
          </a:stretch>
        </p:blipFill>
        <p:spPr>
          <a:xfrm>
            <a:off x="1119154" y="4241743"/>
            <a:ext cx="5506218" cy="781159"/>
          </a:xfrm>
          <a:prstGeom prst="rect">
            <a:avLst/>
          </a:prstGeom>
        </p:spPr>
      </p:pic>
      <p:pic>
        <p:nvPicPr>
          <p:cNvPr id="9" name="Picture 8">
            <a:extLst>
              <a:ext uri="{FF2B5EF4-FFF2-40B4-BE49-F238E27FC236}">
                <a16:creationId xmlns:a16="http://schemas.microsoft.com/office/drawing/2014/main" id="{D0B39E38-92E3-9233-BB46-425BCDCDCE13}"/>
              </a:ext>
            </a:extLst>
          </p:cNvPr>
          <p:cNvPicPr>
            <a:picLocks noChangeAspect="1"/>
          </p:cNvPicPr>
          <p:nvPr/>
        </p:nvPicPr>
        <p:blipFill>
          <a:blip r:embed="rId5"/>
          <a:stretch>
            <a:fillRect/>
          </a:stretch>
        </p:blipFill>
        <p:spPr>
          <a:xfrm>
            <a:off x="7344765" y="3429000"/>
            <a:ext cx="2314575" cy="2571750"/>
          </a:xfrm>
          <a:prstGeom prst="rect">
            <a:avLst/>
          </a:prstGeom>
        </p:spPr>
      </p:pic>
    </p:spTree>
    <p:extLst>
      <p:ext uri="{BB962C8B-B14F-4D97-AF65-F5344CB8AC3E}">
        <p14:creationId xmlns:p14="http://schemas.microsoft.com/office/powerpoint/2010/main" val="1787714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3319F-2EEC-E711-B365-5C4A04B65040}"/>
              </a:ext>
            </a:extLst>
          </p:cNvPr>
          <p:cNvSpPr>
            <a:spLocks noGrp="1"/>
          </p:cNvSpPr>
          <p:nvPr>
            <p:ph type="title"/>
          </p:nvPr>
        </p:nvSpPr>
        <p:spPr>
          <a:xfrm>
            <a:off x="677334" y="128187"/>
            <a:ext cx="8596668" cy="688451"/>
          </a:xfrm>
        </p:spPr>
        <p:txBody>
          <a:bodyPr/>
          <a:lstStyle/>
          <a:p>
            <a:pPr algn="ctr"/>
            <a:r>
              <a:rPr lang="en-US" b="1" dirty="0">
                <a:effectLst>
                  <a:outerShdw blurRad="38100" dist="38100" dir="2700000" algn="tl">
                    <a:srgbClr val="000000">
                      <a:alpha val="43137"/>
                    </a:srgbClr>
                  </a:outerShdw>
                </a:effectLst>
              </a:rPr>
              <a:t>EXPLANATION VIDEO </a:t>
            </a:r>
          </a:p>
        </p:txBody>
      </p:sp>
      <p:sp>
        <p:nvSpPr>
          <p:cNvPr id="3" name="Content Placeholder 2">
            <a:extLst>
              <a:ext uri="{FF2B5EF4-FFF2-40B4-BE49-F238E27FC236}">
                <a16:creationId xmlns:a16="http://schemas.microsoft.com/office/drawing/2014/main" id="{E1176E03-A8D6-4734-D893-6DFA1755A40B}"/>
              </a:ext>
            </a:extLst>
          </p:cNvPr>
          <p:cNvSpPr>
            <a:spLocks noGrp="1"/>
          </p:cNvSpPr>
          <p:nvPr>
            <p:ph idx="1"/>
          </p:nvPr>
        </p:nvSpPr>
        <p:spPr>
          <a:xfrm>
            <a:off x="677334" y="816639"/>
            <a:ext cx="8596668" cy="5224724"/>
          </a:xfrm>
        </p:spPr>
        <p:txBody>
          <a:bodyPr/>
          <a:lstStyle/>
          <a:p>
            <a:endParaRPr lang="en-US" dirty="0"/>
          </a:p>
          <a:p>
            <a:endParaRPr lang="en-US" dirty="0"/>
          </a:p>
          <a:p>
            <a:endParaRPr lang="en-US" dirty="0"/>
          </a:p>
          <a:p>
            <a:endParaRPr lang="en-US" dirty="0"/>
          </a:p>
          <a:p>
            <a:endParaRPr lang="en-US" dirty="0"/>
          </a:p>
          <a:p>
            <a:endParaRPr lang="en-US" dirty="0"/>
          </a:p>
          <a:p>
            <a:pPr marL="0" indent="0">
              <a:buNone/>
            </a:pPr>
            <a:r>
              <a:rPr lang="en-US" dirty="0"/>
              <a:t>                                         </a:t>
            </a:r>
            <a:r>
              <a:rPr lang="en-US" b="1" dirty="0" err="1">
                <a:solidFill>
                  <a:schemeClr val="accent1">
                    <a:lumMod val="75000"/>
                  </a:schemeClr>
                </a:solidFill>
                <a:effectLst>
                  <a:outerShdw blurRad="38100" dist="38100" dir="2700000" algn="tl">
                    <a:srgbClr val="000000">
                      <a:alpha val="43137"/>
                    </a:srgbClr>
                  </a:outerShdw>
                </a:effectLst>
                <a:hlinkClick r:id="rId2">
                  <a:extLst>
                    <a:ext uri="{A12FA001-AC4F-418D-AE19-62706E023703}">
                      <ahyp:hlinkClr xmlns:ahyp="http://schemas.microsoft.com/office/drawing/2018/hyperlinkcolor" val="tx"/>
                    </a:ext>
                  </a:extLst>
                </a:hlinkClick>
              </a:rPr>
              <a:t>Explanation_Video_Link</a:t>
            </a:r>
            <a:endParaRPr lang="en-US" b="1" dirty="0">
              <a:solidFill>
                <a:schemeClr val="accent1">
                  <a:lumMod val="75000"/>
                </a:schemeClr>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876915439"/>
      </p:ext>
    </p:extLst>
  </p:cSld>
  <p:clrMapOvr>
    <a:masterClrMapping/>
  </p:clrMapOvr>
</p:sld>
</file>

<file path=ppt/theme/theme1.xml><?xml version="1.0" encoding="utf-8"?>
<a:theme xmlns:a="http://schemas.openxmlformats.org/drawingml/2006/main" name="Facet">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98</TotalTime>
  <Words>441</Words>
  <Application>Microsoft Office PowerPoint</Application>
  <PresentationFormat>Widescreen</PresentationFormat>
  <Paragraphs>141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Google Sans Text</vt:lpstr>
      <vt:lpstr>Trebuchet MS</vt:lpstr>
      <vt:lpstr>Wingdings 3</vt:lpstr>
      <vt:lpstr>Facet</vt:lpstr>
      <vt:lpstr>Logistics Optimization for Delivery Routes</vt:lpstr>
      <vt:lpstr>Task 1: Data Cleaning &amp; Preparation</vt:lpstr>
      <vt:lpstr>PowerPoint Presentation</vt:lpstr>
      <vt:lpstr>PowerPoint Presentation</vt:lpstr>
      <vt:lpstr>Delivery Delay Analysis</vt:lpstr>
      <vt:lpstr>PowerPoint Presentation</vt:lpstr>
      <vt:lpstr>Route Optimization Insights</vt:lpstr>
      <vt:lpstr>PowerPoint Presentation</vt:lpstr>
      <vt:lpstr>PowerPoint Presentation</vt:lpstr>
      <vt:lpstr>PowerPoint Presentation</vt:lpstr>
      <vt:lpstr>Warehouse Performance</vt:lpstr>
      <vt:lpstr>PowerPoint Presentation</vt:lpstr>
      <vt:lpstr>Delivery Agent Performance</vt:lpstr>
      <vt:lpstr>PowerPoint Presentation</vt:lpstr>
      <vt:lpstr>PowerPoint Presentation</vt:lpstr>
      <vt:lpstr>Shipment Tracking Analytics</vt:lpstr>
      <vt:lpstr>PowerPoint Presentation</vt:lpstr>
      <vt:lpstr>Advanced KPI Reporting</vt:lpstr>
      <vt:lpstr>PowerPoint Presentation</vt:lpstr>
      <vt:lpstr>EXPLANATION VIDEO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sajal kumar</dc:creator>
  <cp:lastModifiedBy>sajal kumar</cp:lastModifiedBy>
  <cp:revision>1</cp:revision>
  <dcterms:created xsi:type="dcterms:W3CDTF">2026-03-11T05:58:21Z</dcterms:created>
  <dcterms:modified xsi:type="dcterms:W3CDTF">2026-03-13T04:17:08Z</dcterms:modified>
</cp:coreProperties>
</file>